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75" r:id="rId3"/>
    <p:sldId id="285" r:id="rId4"/>
    <p:sldId id="257" r:id="rId5"/>
    <p:sldId id="258" r:id="rId6"/>
    <p:sldId id="259" r:id="rId7"/>
    <p:sldId id="262" r:id="rId8"/>
    <p:sldId id="261" r:id="rId9"/>
    <p:sldId id="263" r:id="rId10"/>
    <p:sldId id="264" r:id="rId11"/>
    <p:sldId id="268" r:id="rId12"/>
    <p:sldId id="265" r:id="rId13"/>
    <p:sldId id="266" r:id="rId14"/>
    <p:sldId id="267" r:id="rId15"/>
    <p:sldId id="270" r:id="rId16"/>
    <p:sldId id="272" r:id="rId17"/>
    <p:sldId id="273" r:id="rId18"/>
    <p:sldId id="269" r:id="rId19"/>
    <p:sldId id="276" r:id="rId20"/>
    <p:sldId id="279" r:id="rId21"/>
    <p:sldId id="280" r:id="rId22"/>
    <p:sldId id="277" r:id="rId23"/>
    <p:sldId id="283" r:id="rId24"/>
    <p:sldId id="290" r:id="rId25"/>
    <p:sldId id="299" r:id="rId26"/>
    <p:sldId id="286" r:id="rId27"/>
    <p:sldId id="271" r:id="rId28"/>
    <p:sldId id="300" r:id="rId29"/>
    <p:sldId id="278" r:id="rId30"/>
    <p:sldId id="292" r:id="rId31"/>
    <p:sldId id="294" r:id="rId32"/>
    <p:sldId id="295" r:id="rId33"/>
    <p:sldId id="298" r:id="rId34"/>
    <p:sldId id="296" r:id="rId35"/>
    <p:sldId id="297" r:id="rId36"/>
    <p:sldId id="287" r:id="rId37"/>
    <p:sldId id="289" r:id="rId38"/>
    <p:sldId id="291" r:id="rId39"/>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2293"/>
    <a:srgbClr val="222328"/>
    <a:srgbClr val="1E2A3E"/>
    <a:srgbClr val="FCFAFF"/>
    <a:srgbClr val="2C3495"/>
    <a:srgbClr val="FBE7F3"/>
    <a:srgbClr val="8CBD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221830-F0DB-E847-90A4-1E12D45AC4DA}" v="99" dt="2026-09-25T09:32:19.0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p:restoredTop sz="97122"/>
  </p:normalViewPr>
  <p:slideViewPr>
    <p:cSldViewPr snapToGrid="0">
      <p:cViewPr varScale="1">
        <p:scale>
          <a:sx n="159" d="100"/>
          <a:sy n="159" d="100"/>
        </p:scale>
        <p:origin x="21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D62293"/>
            </a:solidFill>
            <a:ln>
              <a:noFill/>
            </a:ln>
            <a:effectLst/>
          </c:spPr>
          <c:invertIfNegative val="0"/>
          <c:dPt>
            <c:idx val="1"/>
            <c:invertIfNegative val="0"/>
            <c:bubble3D val="0"/>
            <c:spPr>
              <a:solidFill>
                <a:schemeClr val="bg2">
                  <a:lumMod val="90000"/>
                </a:schemeClr>
              </a:solidFill>
              <a:ln>
                <a:noFill/>
              </a:ln>
              <a:effectLst/>
            </c:spPr>
            <c:extLst>
              <c:ext xmlns:c16="http://schemas.microsoft.com/office/drawing/2014/chart" uri="{C3380CC4-5D6E-409C-BE32-E72D297353CC}">
                <c16:uniqueId val="{00000004-B21B-8A45-9DCD-6BE5FD3C85FD}"/>
              </c:ext>
            </c:extLst>
          </c:dPt>
          <c:dPt>
            <c:idx val="2"/>
            <c:invertIfNegative val="0"/>
            <c:bubble3D val="0"/>
            <c:spPr>
              <a:solidFill>
                <a:schemeClr val="bg2">
                  <a:lumMod val="90000"/>
                </a:schemeClr>
              </a:solidFill>
              <a:ln>
                <a:noFill/>
              </a:ln>
              <a:effectLst/>
            </c:spPr>
            <c:extLst>
              <c:ext xmlns:c16="http://schemas.microsoft.com/office/drawing/2014/chart" uri="{C3380CC4-5D6E-409C-BE32-E72D297353CC}">
                <c16:uniqueId val="{00000003-B21B-8A45-9DCD-6BE5FD3C85FD}"/>
              </c:ext>
            </c:extLst>
          </c:dPt>
          <c:cat>
            <c:numRef>
              <c:f>Sheet1!$A$2:$A$5</c:f>
              <c:numCache>
                <c:formatCode>General</c:formatCode>
                <c:ptCount val="4"/>
                <c:pt idx="0">
                  <c:v>24</c:v>
                </c:pt>
                <c:pt idx="1">
                  <c:v>26</c:v>
                </c:pt>
                <c:pt idx="2">
                  <c:v>28</c:v>
                </c:pt>
                <c:pt idx="3">
                  <c:v>30</c:v>
                </c:pt>
              </c:numCache>
            </c:numRef>
          </c:cat>
          <c:val>
            <c:numRef>
              <c:f>Sheet1!$B$2:$B$5</c:f>
              <c:numCache>
                <c:formatCode>General</c:formatCode>
                <c:ptCount val="4"/>
                <c:pt idx="1">
                  <c:v>2.5</c:v>
                </c:pt>
                <c:pt idx="2">
                  <c:v>3.5</c:v>
                </c:pt>
                <c:pt idx="3">
                  <c:v>4.5</c:v>
                </c:pt>
              </c:numCache>
            </c:numRef>
          </c:val>
          <c:extLst>
            <c:ext xmlns:c16="http://schemas.microsoft.com/office/drawing/2014/chart" uri="{C3380CC4-5D6E-409C-BE32-E72D297353CC}">
              <c16:uniqueId val="{00000000-B21B-8A45-9DCD-6BE5FD3C85FD}"/>
            </c:ext>
          </c:extLst>
        </c:ser>
        <c:ser>
          <c:idx val="1"/>
          <c:order val="1"/>
          <c:tx>
            <c:strRef>
              <c:f>Sheet1!$C$1</c:f>
              <c:strCache>
                <c:ptCount val="1"/>
                <c:pt idx="0">
                  <c:v>Column1</c:v>
                </c:pt>
              </c:strCache>
            </c:strRef>
          </c:tx>
          <c:spPr>
            <a:solidFill>
              <a:schemeClr val="accent2"/>
            </a:solidFill>
            <a:ln>
              <a:noFill/>
            </a:ln>
            <a:effectLst/>
          </c:spPr>
          <c:invertIfNegative val="0"/>
          <c:cat>
            <c:numRef>
              <c:f>Sheet1!$A$2:$A$5</c:f>
              <c:numCache>
                <c:formatCode>General</c:formatCode>
                <c:ptCount val="4"/>
                <c:pt idx="0">
                  <c:v>24</c:v>
                </c:pt>
                <c:pt idx="1">
                  <c:v>26</c:v>
                </c:pt>
                <c:pt idx="2">
                  <c:v>28</c:v>
                </c:pt>
                <c:pt idx="3">
                  <c:v>30</c:v>
                </c:pt>
              </c:numCache>
            </c:numRef>
          </c:cat>
          <c:val>
            <c:numRef>
              <c:f>Sheet1!$C$2:$C$5</c:f>
              <c:numCache>
                <c:formatCode>General</c:formatCode>
                <c:ptCount val="4"/>
              </c:numCache>
            </c:numRef>
          </c:val>
          <c:extLst>
            <c:ext xmlns:c16="http://schemas.microsoft.com/office/drawing/2014/chart" uri="{C3380CC4-5D6E-409C-BE32-E72D297353CC}">
              <c16:uniqueId val="{00000001-B21B-8A45-9DCD-6BE5FD3C85FD}"/>
            </c:ext>
          </c:extLst>
        </c:ser>
        <c:ser>
          <c:idx val="2"/>
          <c:order val="2"/>
          <c:tx>
            <c:strRef>
              <c:f>Sheet1!$D$1</c:f>
              <c:strCache>
                <c:ptCount val="1"/>
                <c:pt idx="0">
                  <c:v>Column2</c:v>
                </c:pt>
              </c:strCache>
            </c:strRef>
          </c:tx>
          <c:spPr>
            <a:solidFill>
              <a:schemeClr val="accent3"/>
            </a:solidFill>
            <a:ln>
              <a:noFill/>
            </a:ln>
            <a:effectLst/>
          </c:spPr>
          <c:invertIfNegative val="0"/>
          <c:cat>
            <c:numRef>
              <c:f>Sheet1!$A$2:$A$5</c:f>
              <c:numCache>
                <c:formatCode>General</c:formatCode>
                <c:ptCount val="4"/>
                <c:pt idx="0">
                  <c:v>24</c:v>
                </c:pt>
                <c:pt idx="1">
                  <c:v>26</c:v>
                </c:pt>
                <c:pt idx="2">
                  <c:v>28</c:v>
                </c:pt>
                <c:pt idx="3">
                  <c:v>30</c:v>
                </c:pt>
              </c:numCache>
            </c:numRef>
          </c:cat>
          <c:val>
            <c:numRef>
              <c:f>Sheet1!$D$2:$D$5</c:f>
              <c:numCache>
                <c:formatCode>General</c:formatCode>
                <c:ptCount val="4"/>
              </c:numCache>
            </c:numRef>
          </c:val>
          <c:extLst>
            <c:ext xmlns:c16="http://schemas.microsoft.com/office/drawing/2014/chart" uri="{C3380CC4-5D6E-409C-BE32-E72D297353CC}">
              <c16:uniqueId val="{00000002-B21B-8A45-9DCD-6BE5FD3C85FD}"/>
            </c:ext>
          </c:extLst>
        </c:ser>
        <c:dLbls>
          <c:showLegendKey val="0"/>
          <c:showVal val="0"/>
          <c:showCatName val="0"/>
          <c:showSerName val="0"/>
          <c:showPercent val="0"/>
          <c:showBubbleSize val="0"/>
        </c:dLbls>
        <c:gapWidth val="219"/>
        <c:overlap val="-27"/>
        <c:axId val="1123282751"/>
        <c:axId val="888477823"/>
      </c:barChart>
      <c:dateAx>
        <c:axId val="1123282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Inter" panose="02000503000000020004" pitchFamily="2" charset="0"/>
                <a:ea typeface="Inter" panose="02000503000000020004" pitchFamily="2" charset="0"/>
                <a:cs typeface="+mn-cs"/>
              </a:defRPr>
            </a:pPr>
            <a:endParaRPr lang="en-PL"/>
          </a:p>
        </c:txPr>
        <c:crossAx val="888477823"/>
        <c:crosses val="autoZero"/>
        <c:auto val="0"/>
        <c:lblOffset val="100"/>
        <c:baseTimeUnit val="days"/>
      </c:dateAx>
      <c:valAx>
        <c:axId val="888477823"/>
        <c:scaling>
          <c:orientation val="minMax"/>
        </c:scaling>
        <c:delete val="0"/>
        <c:axPos val="l"/>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2">
                    <a:lumMod val="75000"/>
                  </a:schemeClr>
                </a:solidFill>
                <a:latin typeface="Inter" panose="02000503000000020004" pitchFamily="2" charset="0"/>
                <a:ea typeface="Inter" panose="02000503000000020004" pitchFamily="2" charset="0"/>
                <a:cs typeface="+mn-cs"/>
              </a:defRPr>
            </a:pPr>
            <a:endParaRPr lang="en-PL"/>
          </a:p>
        </c:txPr>
        <c:crossAx val="1123282751"/>
        <c:crossesAt val="24"/>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P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48A21-2327-0140-91C7-9FA5FB5D98B0}" type="datetimeFigureOut">
              <a:rPr lang="en-PL" smtClean="0"/>
              <a:t>25/09/2026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A99474-C22A-0543-8F91-D8183F4C96AF}" type="slidenum">
              <a:rPr lang="en-PL" smtClean="0"/>
              <a:t>‹#›</a:t>
            </a:fld>
            <a:endParaRPr lang="en-PL"/>
          </a:p>
        </p:txBody>
      </p:sp>
    </p:spTree>
    <p:extLst>
      <p:ext uri="{BB962C8B-B14F-4D97-AF65-F5344CB8AC3E}">
        <p14:creationId xmlns:p14="http://schemas.microsoft.com/office/powerpoint/2010/main" val="278269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L"/>
          </a:p>
        </p:txBody>
      </p:sp>
      <p:sp>
        <p:nvSpPr>
          <p:cNvPr id="3" name="Notes Placeholder 2"/>
          <p:cNvSpPr>
            <a:spLocks noGrp="1"/>
          </p:cNvSpPr>
          <p:nvPr>
            <p:ph type="body" idx="1"/>
          </p:nvPr>
        </p:nvSpPr>
        <p:spPr/>
        <p:txBody>
          <a:bodyPr/>
          <a:lstStyle/>
          <a:p>
            <a:endParaRPr lang="en-PL"/>
          </a:p>
        </p:txBody>
      </p:sp>
      <p:sp>
        <p:nvSpPr>
          <p:cNvPr id="4" name="Slide Number Placeholder 3"/>
          <p:cNvSpPr>
            <a:spLocks noGrp="1"/>
          </p:cNvSpPr>
          <p:nvPr>
            <p:ph type="sldNum" sz="quarter" idx="5"/>
          </p:nvPr>
        </p:nvSpPr>
        <p:spPr/>
        <p:txBody>
          <a:bodyPr/>
          <a:lstStyle/>
          <a:p>
            <a:fld id="{82A99474-C22A-0543-8F91-D8183F4C96AF}" type="slidenum">
              <a:rPr lang="en-PL" smtClean="0"/>
              <a:t>10</a:t>
            </a:fld>
            <a:endParaRPr lang="en-PL"/>
          </a:p>
        </p:txBody>
      </p:sp>
    </p:spTree>
    <p:extLst>
      <p:ext uri="{BB962C8B-B14F-4D97-AF65-F5344CB8AC3E}">
        <p14:creationId xmlns:p14="http://schemas.microsoft.com/office/powerpoint/2010/main" val="711728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8CCD-7EE6-595C-9B67-454FC6C63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C1CB6-DA34-11EB-53D1-C99A577B93B2}"/>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EFD9D950-BE92-5E7E-D2B3-5FEEA1D20503}"/>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05952165-A74E-4AD4-5158-C53CFF8756A7}"/>
              </a:ext>
            </a:extLst>
          </p:cNvPr>
          <p:cNvSpPr>
            <a:spLocks noGrp="1"/>
          </p:cNvSpPr>
          <p:nvPr>
            <p:ph type="sldNum" sz="quarter" idx="5"/>
          </p:nvPr>
        </p:nvSpPr>
        <p:spPr/>
        <p:txBody>
          <a:bodyPr/>
          <a:lstStyle/>
          <a:p>
            <a:fld id="{82A99474-C22A-0543-8F91-D8183F4C96AF}" type="slidenum">
              <a:rPr lang="en-PL" smtClean="0"/>
              <a:t>11</a:t>
            </a:fld>
            <a:endParaRPr lang="en-PL"/>
          </a:p>
        </p:txBody>
      </p:sp>
    </p:spTree>
    <p:extLst>
      <p:ext uri="{BB962C8B-B14F-4D97-AF65-F5344CB8AC3E}">
        <p14:creationId xmlns:p14="http://schemas.microsoft.com/office/powerpoint/2010/main" val="2766125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L"/>
          </a:p>
        </p:txBody>
      </p:sp>
      <p:sp>
        <p:nvSpPr>
          <p:cNvPr id="3" name="Notes Placeholder 2"/>
          <p:cNvSpPr>
            <a:spLocks noGrp="1"/>
          </p:cNvSpPr>
          <p:nvPr>
            <p:ph type="body" idx="1"/>
          </p:nvPr>
        </p:nvSpPr>
        <p:spPr/>
        <p:txBody>
          <a:bodyPr/>
          <a:lstStyle/>
          <a:p>
            <a:endParaRPr lang="en-PL"/>
          </a:p>
        </p:txBody>
      </p:sp>
      <p:sp>
        <p:nvSpPr>
          <p:cNvPr id="4" name="Slide Number Placeholder 3"/>
          <p:cNvSpPr>
            <a:spLocks noGrp="1"/>
          </p:cNvSpPr>
          <p:nvPr>
            <p:ph type="sldNum" sz="quarter" idx="5"/>
          </p:nvPr>
        </p:nvSpPr>
        <p:spPr/>
        <p:txBody>
          <a:bodyPr/>
          <a:lstStyle/>
          <a:p>
            <a:fld id="{82A99474-C22A-0543-8F91-D8183F4C96AF}" type="slidenum">
              <a:rPr lang="en-PL" smtClean="0"/>
              <a:t>27</a:t>
            </a:fld>
            <a:endParaRPr lang="en-PL"/>
          </a:p>
        </p:txBody>
      </p:sp>
    </p:spTree>
    <p:extLst>
      <p:ext uri="{BB962C8B-B14F-4D97-AF65-F5344CB8AC3E}">
        <p14:creationId xmlns:p14="http://schemas.microsoft.com/office/powerpoint/2010/main" val="2321870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487D5-B9CF-54EF-40B7-5A81FC1FB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CFEF3-A0D6-DC37-3EF2-31CF40A356B5}"/>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943A5E96-4043-8059-6386-4DC78F3A85A0}"/>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85C26DB9-8134-8AB4-B967-A1FD612943A8}"/>
              </a:ext>
            </a:extLst>
          </p:cNvPr>
          <p:cNvSpPr>
            <a:spLocks noGrp="1"/>
          </p:cNvSpPr>
          <p:nvPr>
            <p:ph type="sldNum" sz="quarter" idx="5"/>
          </p:nvPr>
        </p:nvSpPr>
        <p:spPr/>
        <p:txBody>
          <a:bodyPr/>
          <a:lstStyle/>
          <a:p>
            <a:fld id="{82A99474-C22A-0543-8F91-D8183F4C96AF}" type="slidenum">
              <a:rPr lang="en-PL" smtClean="0"/>
              <a:t>29</a:t>
            </a:fld>
            <a:endParaRPr lang="en-PL"/>
          </a:p>
        </p:txBody>
      </p:sp>
    </p:spTree>
    <p:extLst>
      <p:ext uri="{BB962C8B-B14F-4D97-AF65-F5344CB8AC3E}">
        <p14:creationId xmlns:p14="http://schemas.microsoft.com/office/powerpoint/2010/main" val="1327296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1C246-46DD-66AA-DFA5-3F61CEEE4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95488-2D3C-48D2-4403-B36A450C493D}"/>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9FF3A279-8116-8313-5BBF-961E711293D5}"/>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0C0914A2-C7E7-10BE-C4E8-758384983C44}"/>
              </a:ext>
            </a:extLst>
          </p:cNvPr>
          <p:cNvSpPr>
            <a:spLocks noGrp="1"/>
          </p:cNvSpPr>
          <p:nvPr>
            <p:ph type="sldNum" sz="quarter" idx="5"/>
          </p:nvPr>
        </p:nvSpPr>
        <p:spPr/>
        <p:txBody>
          <a:bodyPr/>
          <a:lstStyle/>
          <a:p>
            <a:fld id="{82A99474-C22A-0543-8F91-D8183F4C96AF}" type="slidenum">
              <a:rPr lang="en-PL" smtClean="0"/>
              <a:t>30</a:t>
            </a:fld>
            <a:endParaRPr lang="en-PL"/>
          </a:p>
        </p:txBody>
      </p:sp>
    </p:spTree>
    <p:extLst>
      <p:ext uri="{BB962C8B-B14F-4D97-AF65-F5344CB8AC3E}">
        <p14:creationId xmlns:p14="http://schemas.microsoft.com/office/powerpoint/2010/main" val="2453937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45206-25CD-2CF3-C0AE-940E0E688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8A33D-8153-2C3F-2CDE-520F95C4BEC6}"/>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002B3F34-7234-7A26-5D11-D8CCE419497A}"/>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79AA40E5-B80B-463F-D130-2C8F0A245E35}"/>
              </a:ext>
            </a:extLst>
          </p:cNvPr>
          <p:cNvSpPr>
            <a:spLocks noGrp="1"/>
          </p:cNvSpPr>
          <p:nvPr>
            <p:ph type="sldNum" sz="quarter" idx="5"/>
          </p:nvPr>
        </p:nvSpPr>
        <p:spPr/>
        <p:txBody>
          <a:bodyPr/>
          <a:lstStyle/>
          <a:p>
            <a:fld id="{82A99474-C22A-0543-8F91-D8183F4C96AF}" type="slidenum">
              <a:rPr lang="en-PL" smtClean="0"/>
              <a:t>31</a:t>
            </a:fld>
            <a:endParaRPr lang="en-PL"/>
          </a:p>
        </p:txBody>
      </p:sp>
    </p:spTree>
    <p:extLst>
      <p:ext uri="{BB962C8B-B14F-4D97-AF65-F5344CB8AC3E}">
        <p14:creationId xmlns:p14="http://schemas.microsoft.com/office/powerpoint/2010/main" val="149201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2825E-5AFE-AE2E-B027-83C593B0C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70775-F397-D05F-B9E9-5B30336D09C8}"/>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56EDA5C4-80D7-12A1-6608-D82F545A581A}"/>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0E4143F2-1611-DD5C-8167-C49945E5BB26}"/>
              </a:ext>
            </a:extLst>
          </p:cNvPr>
          <p:cNvSpPr>
            <a:spLocks noGrp="1"/>
          </p:cNvSpPr>
          <p:nvPr>
            <p:ph type="sldNum" sz="quarter" idx="5"/>
          </p:nvPr>
        </p:nvSpPr>
        <p:spPr/>
        <p:txBody>
          <a:bodyPr/>
          <a:lstStyle/>
          <a:p>
            <a:fld id="{82A99474-C22A-0543-8F91-D8183F4C96AF}" type="slidenum">
              <a:rPr lang="en-PL" smtClean="0"/>
              <a:t>32</a:t>
            </a:fld>
            <a:endParaRPr lang="en-PL"/>
          </a:p>
        </p:txBody>
      </p:sp>
    </p:spTree>
    <p:extLst>
      <p:ext uri="{BB962C8B-B14F-4D97-AF65-F5344CB8AC3E}">
        <p14:creationId xmlns:p14="http://schemas.microsoft.com/office/powerpoint/2010/main" val="3316672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D3E7-C05F-E0CB-8C0D-AFFAB20A7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03F39-7486-27DA-8D73-D64305B3734C}"/>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47E722F6-CBFC-1CBA-6804-70D175DEEC2D}"/>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119F1C10-A13D-CB94-B0A1-81E924FB679A}"/>
              </a:ext>
            </a:extLst>
          </p:cNvPr>
          <p:cNvSpPr>
            <a:spLocks noGrp="1"/>
          </p:cNvSpPr>
          <p:nvPr>
            <p:ph type="sldNum" sz="quarter" idx="5"/>
          </p:nvPr>
        </p:nvSpPr>
        <p:spPr/>
        <p:txBody>
          <a:bodyPr/>
          <a:lstStyle/>
          <a:p>
            <a:fld id="{82A99474-C22A-0543-8F91-D8183F4C96AF}" type="slidenum">
              <a:rPr lang="en-PL" smtClean="0"/>
              <a:t>33</a:t>
            </a:fld>
            <a:endParaRPr lang="en-PL"/>
          </a:p>
        </p:txBody>
      </p:sp>
    </p:spTree>
    <p:extLst>
      <p:ext uri="{BB962C8B-B14F-4D97-AF65-F5344CB8AC3E}">
        <p14:creationId xmlns:p14="http://schemas.microsoft.com/office/powerpoint/2010/main" val="385151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1D9D0-FEE6-09C7-A77A-75C0EB081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3DE80-0C28-713B-D771-BB3182FB4F6C}"/>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3F3AEBA5-2E2E-69ED-09E1-04633FBB1112}"/>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CE55DF8B-E20B-DE8C-0735-455B8074D064}"/>
              </a:ext>
            </a:extLst>
          </p:cNvPr>
          <p:cNvSpPr>
            <a:spLocks noGrp="1"/>
          </p:cNvSpPr>
          <p:nvPr>
            <p:ph type="sldNum" sz="quarter" idx="5"/>
          </p:nvPr>
        </p:nvSpPr>
        <p:spPr/>
        <p:txBody>
          <a:bodyPr/>
          <a:lstStyle/>
          <a:p>
            <a:fld id="{82A99474-C22A-0543-8F91-D8183F4C96AF}" type="slidenum">
              <a:rPr lang="en-PL" smtClean="0"/>
              <a:t>34</a:t>
            </a:fld>
            <a:endParaRPr lang="en-PL"/>
          </a:p>
        </p:txBody>
      </p:sp>
    </p:spTree>
    <p:extLst>
      <p:ext uri="{BB962C8B-B14F-4D97-AF65-F5344CB8AC3E}">
        <p14:creationId xmlns:p14="http://schemas.microsoft.com/office/powerpoint/2010/main" val="2515166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42765-E4D6-DAB9-444A-5FD4D6F41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D8E36-C16A-5C68-F209-4D3FBB753349}"/>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36C24FD1-AD85-2F04-8AF6-694CFD2B966E}"/>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55DB9C4B-4DF1-5E88-6850-F979DCED4640}"/>
              </a:ext>
            </a:extLst>
          </p:cNvPr>
          <p:cNvSpPr>
            <a:spLocks noGrp="1"/>
          </p:cNvSpPr>
          <p:nvPr>
            <p:ph type="sldNum" sz="quarter" idx="5"/>
          </p:nvPr>
        </p:nvSpPr>
        <p:spPr/>
        <p:txBody>
          <a:bodyPr/>
          <a:lstStyle/>
          <a:p>
            <a:fld id="{82A99474-C22A-0543-8F91-D8183F4C96AF}" type="slidenum">
              <a:rPr lang="en-PL" smtClean="0"/>
              <a:t>35</a:t>
            </a:fld>
            <a:endParaRPr lang="en-PL"/>
          </a:p>
        </p:txBody>
      </p:sp>
    </p:spTree>
    <p:extLst>
      <p:ext uri="{BB962C8B-B14F-4D97-AF65-F5344CB8AC3E}">
        <p14:creationId xmlns:p14="http://schemas.microsoft.com/office/powerpoint/2010/main" val="3626272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26F57-7657-9F03-F407-B2A6B7AFD5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8D448-6B19-D514-683C-A4562C46C937}"/>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3FC9E16E-74DE-9F74-6920-D867C8E13F55}"/>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77919066-3073-28CF-0318-EA6ED4297E22}"/>
              </a:ext>
            </a:extLst>
          </p:cNvPr>
          <p:cNvSpPr>
            <a:spLocks noGrp="1"/>
          </p:cNvSpPr>
          <p:nvPr>
            <p:ph type="sldNum" sz="quarter" idx="5"/>
          </p:nvPr>
        </p:nvSpPr>
        <p:spPr/>
        <p:txBody>
          <a:bodyPr/>
          <a:lstStyle/>
          <a:p>
            <a:fld id="{82A99474-C22A-0543-8F91-D8183F4C96AF}" type="slidenum">
              <a:rPr lang="en-PL" smtClean="0"/>
              <a:t>36</a:t>
            </a:fld>
            <a:endParaRPr lang="en-PL"/>
          </a:p>
        </p:txBody>
      </p:sp>
    </p:spTree>
    <p:extLst>
      <p:ext uri="{BB962C8B-B14F-4D97-AF65-F5344CB8AC3E}">
        <p14:creationId xmlns:p14="http://schemas.microsoft.com/office/powerpoint/2010/main" val="27699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46279-3D18-D73D-5B96-4E59E47A4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E5EE1-55F2-53A0-FEBD-949160E6C168}"/>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CFC28E25-C183-5F19-1C4C-2FDBD6D14C2A}"/>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42C7AEC5-3390-51AC-4EF1-0B7FD03A113C}"/>
              </a:ext>
            </a:extLst>
          </p:cNvPr>
          <p:cNvSpPr>
            <a:spLocks noGrp="1"/>
          </p:cNvSpPr>
          <p:nvPr>
            <p:ph type="sldNum" sz="quarter" idx="5"/>
          </p:nvPr>
        </p:nvSpPr>
        <p:spPr/>
        <p:txBody>
          <a:bodyPr/>
          <a:lstStyle/>
          <a:p>
            <a:fld id="{82A99474-C22A-0543-8F91-D8183F4C96AF}" type="slidenum">
              <a:rPr lang="en-PL" smtClean="0"/>
              <a:t>37</a:t>
            </a:fld>
            <a:endParaRPr lang="en-PL"/>
          </a:p>
        </p:txBody>
      </p:sp>
    </p:spTree>
    <p:extLst>
      <p:ext uri="{BB962C8B-B14F-4D97-AF65-F5344CB8AC3E}">
        <p14:creationId xmlns:p14="http://schemas.microsoft.com/office/powerpoint/2010/main" val="4053688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5BDC-C9B9-1FFD-F27E-B949F7F12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56BA2-CDE4-0D16-E752-B8244E885349}"/>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9452D798-F538-256C-CB01-E76EAA7EA202}"/>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4AE81E0A-1C55-18F3-662B-380C6971BEBD}"/>
              </a:ext>
            </a:extLst>
          </p:cNvPr>
          <p:cNvSpPr>
            <a:spLocks noGrp="1"/>
          </p:cNvSpPr>
          <p:nvPr>
            <p:ph type="sldNum" sz="quarter" idx="5"/>
          </p:nvPr>
        </p:nvSpPr>
        <p:spPr/>
        <p:txBody>
          <a:bodyPr/>
          <a:lstStyle/>
          <a:p>
            <a:fld id="{82A99474-C22A-0543-8F91-D8183F4C96AF}" type="slidenum">
              <a:rPr lang="en-PL" smtClean="0"/>
              <a:t>38</a:t>
            </a:fld>
            <a:endParaRPr lang="en-PL"/>
          </a:p>
        </p:txBody>
      </p:sp>
    </p:spTree>
    <p:extLst>
      <p:ext uri="{BB962C8B-B14F-4D97-AF65-F5344CB8AC3E}">
        <p14:creationId xmlns:p14="http://schemas.microsoft.com/office/powerpoint/2010/main" val="1857284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12CA-D35B-E2A0-23BD-7E75730717A8}"/>
              </a:ext>
            </a:extLst>
          </p:cNvPr>
          <p:cNvSpPr>
            <a:spLocks noGrp="1"/>
          </p:cNvSpPr>
          <p:nvPr>
            <p:ph type="ctrTitle"/>
          </p:nvPr>
        </p:nvSpPr>
        <p:spPr>
          <a:xfrm>
            <a:off x="1524000" y="1122363"/>
            <a:ext cx="9144000" cy="2387600"/>
          </a:xfrm>
          <a:prstGeom prst="rect">
            <a:avLst/>
          </a:prstGeom>
        </p:spPr>
        <p:txBody>
          <a:bodyPr anchor="b"/>
          <a:lstStyle>
            <a:lvl1pPr algn="ctr">
              <a:defRPr sz="6000">
                <a:latin typeface="Poppins" pitchFamily="2" charset="77"/>
                <a:cs typeface="Poppins" pitchFamily="2" charset="77"/>
              </a:defRPr>
            </a:lvl1pPr>
          </a:lstStyle>
          <a:p>
            <a:r>
              <a:rPr lang="en-GB"/>
              <a:t>Click to edit Master title style</a:t>
            </a:r>
            <a:endParaRPr lang="en-PL"/>
          </a:p>
        </p:txBody>
      </p:sp>
      <p:sp>
        <p:nvSpPr>
          <p:cNvPr id="3" name="Subtitle 2">
            <a:extLst>
              <a:ext uri="{FF2B5EF4-FFF2-40B4-BE49-F238E27FC236}">
                <a16:creationId xmlns:a16="http://schemas.microsoft.com/office/drawing/2014/main" id="{FDA27568-9F57-67DC-B3F2-C7A280C9B902}"/>
              </a:ext>
            </a:extLst>
          </p:cNvPr>
          <p:cNvSpPr>
            <a:spLocks noGrp="1"/>
          </p:cNvSpPr>
          <p:nvPr>
            <p:ph type="subTitle" idx="1"/>
          </p:nvPr>
        </p:nvSpPr>
        <p:spPr>
          <a:xfrm>
            <a:off x="1524000" y="3602038"/>
            <a:ext cx="9144000" cy="1655762"/>
          </a:xfrm>
        </p:spPr>
        <p:txBody>
          <a:bodyPr/>
          <a:lstStyle>
            <a:lvl1pPr marL="0" indent="0" algn="ctr">
              <a:buNone/>
              <a:defRPr sz="2400">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L"/>
          </a:p>
        </p:txBody>
      </p:sp>
      <p:sp>
        <p:nvSpPr>
          <p:cNvPr id="4" name="Date Placeholder 3">
            <a:extLst>
              <a:ext uri="{FF2B5EF4-FFF2-40B4-BE49-F238E27FC236}">
                <a16:creationId xmlns:a16="http://schemas.microsoft.com/office/drawing/2014/main" id="{44FEA422-A774-7554-C8D7-DC07D63D3739}"/>
              </a:ext>
            </a:extLst>
          </p:cNvPr>
          <p:cNvSpPr>
            <a:spLocks noGrp="1"/>
          </p:cNvSpPr>
          <p:nvPr>
            <p:ph type="dt" sz="half" idx="10"/>
          </p:nvPr>
        </p:nvSpPr>
        <p:spPr>
          <a:xfrm>
            <a:off x="838200" y="6356350"/>
            <a:ext cx="2743200" cy="365125"/>
          </a:xfrm>
          <a:prstGeom prst="rect">
            <a:avLst/>
          </a:prstGeom>
        </p:spPr>
        <p:txBody>
          <a:bodyPr/>
          <a:lstStyle/>
          <a:p>
            <a:fld id="{F8DACB72-D678-784F-8383-416A1C976F29}" type="datetime1">
              <a:rPr lang="pl-PL" smtClean="0"/>
              <a:t>25.09.2026</a:t>
            </a:fld>
            <a:endParaRPr lang="en-PL"/>
          </a:p>
        </p:txBody>
      </p:sp>
      <p:sp>
        <p:nvSpPr>
          <p:cNvPr id="5" name="Footer Placeholder 4">
            <a:extLst>
              <a:ext uri="{FF2B5EF4-FFF2-40B4-BE49-F238E27FC236}">
                <a16:creationId xmlns:a16="http://schemas.microsoft.com/office/drawing/2014/main" id="{45328E30-8EC1-26EA-1510-408B2080736B}"/>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6" name="Slide Number Placeholder 5">
            <a:extLst>
              <a:ext uri="{FF2B5EF4-FFF2-40B4-BE49-F238E27FC236}">
                <a16:creationId xmlns:a16="http://schemas.microsoft.com/office/drawing/2014/main" id="{50F61AA6-9499-6973-12C9-F34962D219EB}"/>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1199813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59048-916E-5756-81E5-ECBFCE78FA60}"/>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PL"/>
          </a:p>
        </p:txBody>
      </p:sp>
      <p:sp>
        <p:nvSpPr>
          <p:cNvPr id="3" name="Content Placeholder 2">
            <a:extLst>
              <a:ext uri="{FF2B5EF4-FFF2-40B4-BE49-F238E27FC236}">
                <a16:creationId xmlns:a16="http://schemas.microsoft.com/office/drawing/2014/main" id="{0A48F402-7D1F-D3A2-2C48-1B8434E831E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4" name="Date Placeholder 3">
            <a:extLst>
              <a:ext uri="{FF2B5EF4-FFF2-40B4-BE49-F238E27FC236}">
                <a16:creationId xmlns:a16="http://schemas.microsoft.com/office/drawing/2014/main" id="{D05D7F96-2648-AAC4-DFC2-B2B029CF2FB0}"/>
              </a:ext>
            </a:extLst>
          </p:cNvPr>
          <p:cNvSpPr>
            <a:spLocks noGrp="1"/>
          </p:cNvSpPr>
          <p:nvPr>
            <p:ph type="dt" sz="half" idx="10"/>
          </p:nvPr>
        </p:nvSpPr>
        <p:spPr>
          <a:xfrm>
            <a:off x="838200" y="6356350"/>
            <a:ext cx="2743200" cy="365125"/>
          </a:xfrm>
          <a:prstGeom prst="rect">
            <a:avLst/>
          </a:prstGeom>
        </p:spPr>
        <p:txBody>
          <a:bodyPr/>
          <a:lstStyle/>
          <a:p>
            <a:fld id="{25EBA752-91B6-5245-B4F4-A1F95F03515F}" type="datetime1">
              <a:rPr lang="pl-PL" smtClean="0"/>
              <a:t>25.09.2026</a:t>
            </a:fld>
            <a:endParaRPr lang="en-PL"/>
          </a:p>
        </p:txBody>
      </p:sp>
      <p:sp>
        <p:nvSpPr>
          <p:cNvPr id="5" name="Footer Placeholder 4">
            <a:extLst>
              <a:ext uri="{FF2B5EF4-FFF2-40B4-BE49-F238E27FC236}">
                <a16:creationId xmlns:a16="http://schemas.microsoft.com/office/drawing/2014/main" id="{6045B4BE-8022-6667-D377-1E272AEAA4F7}"/>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6" name="Slide Number Placeholder 5">
            <a:extLst>
              <a:ext uri="{FF2B5EF4-FFF2-40B4-BE49-F238E27FC236}">
                <a16:creationId xmlns:a16="http://schemas.microsoft.com/office/drawing/2014/main" id="{BA92B1B9-D618-7934-616C-A3C69536F5BF}"/>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3775052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9D7DF-82BD-C005-5750-DAE1F9A4993B}"/>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PL"/>
          </a:p>
        </p:txBody>
      </p:sp>
      <p:sp>
        <p:nvSpPr>
          <p:cNvPr id="3" name="Text Placeholder 2">
            <a:extLst>
              <a:ext uri="{FF2B5EF4-FFF2-40B4-BE49-F238E27FC236}">
                <a16:creationId xmlns:a16="http://schemas.microsoft.com/office/drawing/2014/main" id="{8657A616-0120-964E-6638-69636644FF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0D919E1-EF9D-1376-2CE8-20A37FA36B3D}"/>
              </a:ext>
            </a:extLst>
          </p:cNvPr>
          <p:cNvSpPr>
            <a:spLocks noGrp="1"/>
          </p:cNvSpPr>
          <p:nvPr>
            <p:ph type="dt" sz="half" idx="10"/>
          </p:nvPr>
        </p:nvSpPr>
        <p:spPr>
          <a:xfrm>
            <a:off x="838200" y="6356350"/>
            <a:ext cx="2743200" cy="365125"/>
          </a:xfrm>
          <a:prstGeom prst="rect">
            <a:avLst/>
          </a:prstGeom>
        </p:spPr>
        <p:txBody>
          <a:bodyPr/>
          <a:lstStyle/>
          <a:p>
            <a:fld id="{1833341F-5F52-054F-B030-439998CAD7BE}" type="datetime1">
              <a:rPr lang="pl-PL" smtClean="0"/>
              <a:t>25.09.2026</a:t>
            </a:fld>
            <a:endParaRPr lang="en-PL"/>
          </a:p>
        </p:txBody>
      </p:sp>
      <p:sp>
        <p:nvSpPr>
          <p:cNvPr id="5" name="Footer Placeholder 4">
            <a:extLst>
              <a:ext uri="{FF2B5EF4-FFF2-40B4-BE49-F238E27FC236}">
                <a16:creationId xmlns:a16="http://schemas.microsoft.com/office/drawing/2014/main" id="{55E1EFAC-0F78-0A97-9B3C-B5E6D5AAB190}"/>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6" name="Slide Number Placeholder 5">
            <a:extLst>
              <a:ext uri="{FF2B5EF4-FFF2-40B4-BE49-F238E27FC236}">
                <a16:creationId xmlns:a16="http://schemas.microsoft.com/office/drawing/2014/main" id="{1C98758E-4573-9CF9-CFD1-193BBD1DB8ED}"/>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1585720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C711B-091F-A3AE-9333-D9CEA598B5B5}"/>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PL"/>
          </a:p>
        </p:txBody>
      </p:sp>
      <p:sp>
        <p:nvSpPr>
          <p:cNvPr id="3" name="Content Placeholder 2">
            <a:extLst>
              <a:ext uri="{FF2B5EF4-FFF2-40B4-BE49-F238E27FC236}">
                <a16:creationId xmlns:a16="http://schemas.microsoft.com/office/drawing/2014/main" id="{E8A81ACE-2D61-8BD2-1F62-2F9740E1555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4" name="Content Placeholder 3">
            <a:extLst>
              <a:ext uri="{FF2B5EF4-FFF2-40B4-BE49-F238E27FC236}">
                <a16:creationId xmlns:a16="http://schemas.microsoft.com/office/drawing/2014/main" id="{FFBF7701-714C-6345-36F6-36C382CA9AF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5" name="Date Placeholder 4">
            <a:extLst>
              <a:ext uri="{FF2B5EF4-FFF2-40B4-BE49-F238E27FC236}">
                <a16:creationId xmlns:a16="http://schemas.microsoft.com/office/drawing/2014/main" id="{5054AA7F-E46C-804F-80BF-F6B2A4F36E31}"/>
              </a:ext>
            </a:extLst>
          </p:cNvPr>
          <p:cNvSpPr>
            <a:spLocks noGrp="1"/>
          </p:cNvSpPr>
          <p:nvPr>
            <p:ph type="dt" sz="half" idx="10"/>
          </p:nvPr>
        </p:nvSpPr>
        <p:spPr>
          <a:xfrm>
            <a:off x="838200" y="6356350"/>
            <a:ext cx="2743200" cy="365125"/>
          </a:xfrm>
          <a:prstGeom prst="rect">
            <a:avLst/>
          </a:prstGeom>
        </p:spPr>
        <p:txBody>
          <a:bodyPr/>
          <a:lstStyle/>
          <a:p>
            <a:fld id="{F71B1BA1-9579-7B47-B1AE-AA35A09E16CD}" type="datetime1">
              <a:rPr lang="pl-PL" smtClean="0"/>
              <a:t>25.09.2026</a:t>
            </a:fld>
            <a:endParaRPr lang="en-PL"/>
          </a:p>
        </p:txBody>
      </p:sp>
      <p:sp>
        <p:nvSpPr>
          <p:cNvPr id="6" name="Footer Placeholder 5">
            <a:extLst>
              <a:ext uri="{FF2B5EF4-FFF2-40B4-BE49-F238E27FC236}">
                <a16:creationId xmlns:a16="http://schemas.microsoft.com/office/drawing/2014/main" id="{4CFC8E6E-917F-E692-89CE-52662ECE07F7}"/>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7" name="Slide Number Placeholder 6">
            <a:extLst>
              <a:ext uri="{FF2B5EF4-FFF2-40B4-BE49-F238E27FC236}">
                <a16:creationId xmlns:a16="http://schemas.microsoft.com/office/drawing/2014/main" id="{0BC57C8D-2885-5B89-5B14-9162DF18C010}"/>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2018863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5D5D1-2973-5F42-DE6F-73C417C1F681}"/>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PL"/>
          </a:p>
        </p:txBody>
      </p:sp>
      <p:sp>
        <p:nvSpPr>
          <p:cNvPr id="3" name="Text Placeholder 2">
            <a:extLst>
              <a:ext uri="{FF2B5EF4-FFF2-40B4-BE49-F238E27FC236}">
                <a16:creationId xmlns:a16="http://schemas.microsoft.com/office/drawing/2014/main" id="{343BC401-A20D-4997-BCC0-899A15F418E8}"/>
              </a:ext>
            </a:extLst>
          </p:cNvPr>
          <p:cNvSpPr>
            <a:spLocks noGrp="1"/>
          </p:cNvSpPr>
          <p:nvPr>
            <p:ph type="body" idx="1"/>
          </p:nvPr>
        </p:nvSpPr>
        <p:spPr>
          <a:xfrm>
            <a:off x="839788" y="1681163"/>
            <a:ext cx="5157787" cy="823912"/>
          </a:xfrm>
        </p:spPr>
        <p:txBody>
          <a:bodyPr anchor="b"/>
          <a:lstStyle>
            <a:lvl1pPr marL="0" indent="0">
              <a:buNone/>
              <a:defRPr sz="2400" b="0" i="0">
                <a:latin typeface="Inter Medium" panose="02000503000000020004" pitchFamily="2" charset="0"/>
                <a:ea typeface="Inter Medium" panose="0200050300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86618FA-A069-2882-6645-EB6096A676D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5" name="Text Placeholder 4">
            <a:extLst>
              <a:ext uri="{FF2B5EF4-FFF2-40B4-BE49-F238E27FC236}">
                <a16:creationId xmlns:a16="http://schemas.microsoft.com/office/drawing/2014/main" id="{77A26C5E-A256-B754-582F-88AD5FBBD652}"/>
              </a:ext>
            </a:extLst>
          </p:cNvPr>
          <p:cNvSpPr>
            <a:spLocks noGrp="1"/>
          </p:cNvSpPr>
          <p:nvPr>
            <p:ph type="body" sz="quarter" idx="3"/>
          </p:nvPr>
        </p:nvSpPr>
        <p:spPr>
          <a:xfrm>
            <a:off x="6172200" y="1681163"/>
            <a:ext cx="5183188" cy="823912"/>
          </a:xfrm>
        </p:spPr>
        <p:txBody>
          <a:bodyPr anchor="b"/>
          <a:lstStyle>
            <a:lvl1pPr marL="0" indent="0">
              <a:buNone/>
              <a:defRPr sz="2400" b="0" i="0">
                <a:latin typeface="Inter Medium" panose="02000503000000020004" pitchFamily="2" charset="0"/>
                <a:ea typeface="Inter Medium" panose="0200050300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A5E0E9F-837F-F162-2FE3-3A814AEC320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7" name="Date Placeholder 6">
            <a:extLst>
              <a:ext uri="{FF2B5EF4-FFF2-40B4-BE49-F238E27FC236}">
                <a16:creationId xmlns:a16="http://schemas.microsoft.com/office/drawing/2014/main" id="{7CDF53B3-31F1-4ED9-B670-57B5CC97ADE1}"/>
              </a:ext>
            </a:extLst>
          </p:cNvPr>
          <p:cNvSpPr>
            <a:spLocks noGrp="1"/>
          </p:cNvSpPr>
          <p:nvPr>
            <p:ph type="dt" sz="half" idx="10"/>
          </p:nvPr>
        </p:nvSpPr>
        <p:spPr>
          <a:xfrm>
            <a:off x="838200" y="6356350"/>
            <a:ext cx="2743200" cy="365125"/>
          </a:xfrm>
          <a:prstGeom prst="rect">
            <a:avLst/>
          </a:prstGeom>
        </p:spPr>
        <p:txBody>
          <a:bodyPr/>
          <a:lstStyle/>
          <a:p>
            <a:fld id="{A8961465-57D9-1E4B-A570-AF0E2B62A078}" type="datetime1">
              <a:rPr lang="pl-PL" smtClean="0"/>
              <a:t>25.09.2026</a:t>
            </a:fld>
            <a:endParaRPr lang="en-PL"/>
          </a:p>
        </p:txBody>
      </p:sp>
      <p:sp>
        <p:nvSpPr>
          <p:cNvPr id="8" name="Footer Placeholder 7">
            <a:extLst>
              <a:ext uri="{FF2B5EF4-FFF2-40B4-BE49-F238E27FC236}">
                <a16:creationId xmlns:a16="http://schemas.microsoft.com/office/drawing/2014/main" id="{10A872BD-1F54-D055-05B2-946F22DFC632}"/>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9" name="Slide Number Placeholder 8">
            <a:extLst>
              <a:ext uri="{FF2B5EF4-FFF2-40B4-BE49-F238E27FC236}">
                <a16:creationId xmlns:a16="http://schemas.microsoft.com/office/drawing/2014/main" id="{F0B696F3-0EAD-6A4C-397D-2B0A18EB94E4}"/>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403965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239A-83E7-3C5F-D795-CE8C29AD2836}"/>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PL"/>
          </a:p>
        </p:txBody>
      </p:sp>
      <p:sp>
        <p:nvSpPr>
          <p:cNvPr id="3" name="Date Placeholder 2">
            <a:extLst>
              <a:ext uri="{FF2B5EF4-FFF2-40B4-BE49-F238E27FC236}">
                <a16:creationId xmlns:a16="http://schemas.microsoft.com/office/drawing/2014/main" id="{300BBB27-8702-0431-0295-A95E9B6E1A98}"/>
              </a:ext>
            </a:extLst>
          </p:cNvPr>
          <p:cNvSpPr>
            <a:spLocks noGrp="1"/>
          </p:cNvSpPr>
          <p:nvPr>
            <p:ph type="dt" sz="half" idx="10"/>
          </p:nvPr>
        </p:nvSpPr>
        <p:spPr>
          <a:xfrm>
            <a:off x="838200" y="6356350"/>
            <a:ext cx="2743200" cy="365125"/>
          </a:xfrm>
          <a:prstGeom prst="rect">
            <a:avLst/>
          </a:prstGeom>
        </p:spPr>
        <p:txBody>
          <a:bodyPr/>
          <a:lstStyle/>
          <a:p>
            <a:fld id="{282193A9-5C5A-CC48-8FBC-4D1E90BA819B}" type="datetime1">
              <a:rPr lang="pl-PL" smtClean="0"/>
              <a:t>25.09.2026</a:t>
            </a:fld>
            <a:endParaRPr lang="en-PL"/>
          </a:p>
        </p:txBody>
      </p:sp>
      <p:sp>
        <p:nvSpPr>
          <p:cNvPr id="4" name="Footer Placeholder 3">
            <a:extLst>
              <a:ext uri="{FF2B5EF4-FFF2-40B4-BE49-F238E27FC236}">
                <a16:creationId xmlns:a16="http://schemas.microsoft.com/office/drawing/2014/main" id="{A60C48A9-485D-2B6D-4C43-681C583C8966}"/>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5" name="Slide Number Placeholder 4">
            <a:extLst>
              <a:ext uri="{FF2B5EF4-FFF2-40B4-BE49-F238E27FC236}">
                <a16:creationId xmlns:a16="http://schemas.microsoft.com/office/drawing/2014/main" id="{53BD56E4-51C0-FE86-D7D7-66C322E32929}"/>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1027169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8B0E9A-5DDC-2486-3DE8-9C57B7654232}"/>
              </a:ext>
            </a:extLst>
          </p:cNvPr>
          <p:cNvSpPr>
            <a:spLocks noGrp="1"/>
          </p:cNvSpPr>
          <p:nvPr>
            <p:ph type="dt" sz="half" idx="10"/>
          </p:nvPr>
        </p:nvSpPr>
        <p:spPr>
          <a:xfrm>
            <a:off x="838200" y="6356350"/>
            <a:ext cx="2743200" cy="365125"/>
          </a:xfrm>
          <a:prstGeom prst="rect">
            <a:avLst/>
          </a:prstGeom>
        </p:spPr>
        <p:txBody>
          <a:bodyPr/>
          <a:lstStyle/>
          <a:p>
            <a:fld id="{A813FDE7-1F5F-FB41-8AFB-47B437D333DE}" type="datetime1">
              <a:rPr lang="pl-PL" smtClean="0"/>
              <a:t>25.09.2026</a:t>
            </a:fld>
            <a:endParaRPr lang="en-PL"/>
          </a:p>
        </p:txBody>
      </p:sp>
      <p:sp>
        <p:nvSpPr>
          <p:cNvPr id="3" name="Footer Placeholder 2">
            <a:extLst>
              <a:ext uri="{FF2B5EF4-FFF2-40B4-BE49-F238E27FC236}">
                <a16:creationId xmlns:a16="http://schemas.microsoft.com/office/drawing/2014/main" id="{0518B287-645F-B231-19FC-D3CC1AD2E51F}"/>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4" name="Slide Number Placeholder 3">
            <a:extLst>
              <a:ext uri="{FF2B5EF4-FFF2-40B4-BE49-F238E27FC236}">
                <a16:creationId xmlns:a16="http://schemas.microsoft.com/office/drawing/2014/main" id="{CBD31B93-A15D-16A5-16C1-F7189EF7246A}"/>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4261899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9AF11-D350-A8ED-992C-313FD2DB7FD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PL"/>
          </a:p>
        </p:txBody>
      </p:sp>
      <p:sp>
        <p:nvSpPr>
          <p:cNvPr id="3" name="Content Placeholder 2">
            <a:extLst>
              <a:ext uri="{FF2B5EF4-FFF2-40B4-BE49-F238E27FC236}">
                <a16:creationId xmlns:a16="http://schemas.microsoft.com/office/drawing/2014/main" id="{306B04B4-1077-40A6-2B61-F0C111CA5F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4" name="Text Placeholder 3">
            <a:extLst>
              <a:ext uri="{FF2B5EF4-FFF2-40B4-BE49-F238E27FC236}">
                <a16:creationId xmlns:a16="http://schemas.microsoft.com/office/drawing/2014/main" id="{6336414E-D1CF-F154-3895-89BFC3336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741686-F42B-BE7D-0341-732D18022CB0}"/>
              </a:ext>
            </a:extLst>
          </p:cNvPr>
          <p:cNvSpPr>
            <a:spLocks noGrp="1"/>
          </p:cNvSpPr>
          <p:nvPr>
            <p:ph type="dt" sz="half" idx="10"/>
          </p:nvPr>
        </p:nvSpPr>
        <p:spPr>
          <a:xfrm>
            <a:off x="838200" y="6356350"/>
            <a:ext cx="2743200" cy="365125"/>
          </a:xfrm>
          <a:prstGeom prst="rect">
            <a:avLst/>
          </a:prstGeom>
        </p:spPr>
        <p:txBody>
          <a:bodyPr/>
          <a:lstStyle/>
          <a:p>
            <a:fld id="{D43C4CE1-3D9D-654E-B749-510EC72EDBA8}" type="datetime1">
              <a:rPr lang="pl-PL" smtClean="0"/>
              <a:t>25.09.2026</a:t>
            </a:fld>
            <a:endParaRPr lang="en-PL"/>
          </a:p>
        </p:txBody>
      </p:sp>
      <p:sp>
        <p:nvSpPr>
          <p:cNvPr id="6" name="Footer Placeholder 5">
            <a:extLst>
              <a:ext uri="{FF2B5EF4-FFF2-40B4-BE49-F238E27FC236}">
                <a16:creationId xmlns:a16="http://schemas.microsoft.com/office/drawing/2014/main" id="{22A1036E-DAAF-7120-AE35-DE43215843D4}"/>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7" name="Slide Number Placeholder 6">
            <a:extLst>
              <a:ext uri="{FF2B5EF4-FFF2-40B4-BE49-F238E27FC236}">
                <a16:creationId xmlns:a16="http://schemas.microsoft.com/office/drawing/2014/main" id="{3C90F88F-70D9-65E7-29AA-F965998AE74B}"/>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588624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22C2D-AC42-5701-6B4E-1EBF5E71E11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PL"/>
          </a:p>
        </p:txBody>
      </p:sp>
      <p:sp>
        <p:nvSpPr>
          <p:cNvPr id="3" name="Picture Placeholder 2">
            <a:extLst>
              <a:ext uri="{FF2B5EF4-FFF2-40B4-BE49-F238E27FC236}">
                <a16:creationId xmlns:a16="http://schemas.microsoft.com/office/drawing/2014/main" id="{A7C5E004-22B2-F475-78ED-FD187E1F4C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L"/>
          </a:p>
        </p:txBody>
      </p:sp>
      <p:sp>
        <p:nvSpPr>
          <p:cNvPr id="4" name="Text Placeholder 3">
            <a:extLst>
              <a:ext uri="{FF2B5EF4-FFF2-40B4-BE49-F238E27FC236}">
                <a16:creationId xmlns:a16="http://schemas.microsoft.com/office/drawing/2014/main" id="{C5469E49-DF7F-7E26-28F7-0DA3B37778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28503F-3217-34D1-9EF9-73FE044B9F61}"/>
              </a:ext>
            </a:extLst>
          </p:cNvPr>
          <p:cNvSpPr>
            <a:spLocks noGrp="1"/>
          </p:cNvSpPr>
          <p:nvPr>
            <p:ph type="dt" sz="half" idx="10"/>
          </p:nvPr>
        </p:nvSpPr>
        <p:spPr>
          <a:xfrm>
            <a:off x="838200" y="6356350"/>
            <a:ext cx="2743200" cy="365125"/>
          </a:xfrm>
          <a:prstGeom prst="rect">
            <a:avLst/>
          </a:prstGeom>
        </p:spPr>
        <p:txBody>
          <a:bodyPr/>
          <a:lstStyle/>
          <a:p>
            <a:fld id="{1218574F-D8CF-8F42-A7B5-B9BBF79FEEB1}" type="datetime1">
              <a:rPr lang="pl-PL" smtClean="0"/>
              <a:t>25.09.2026</a:t>
            </a:fld>
            <a:endParaRPr lang="en-PL"/>
          </a:p>
        </p:txBody>
      </p:sp>
      <p:sp>
        <p:nvSpPr>
          <p:cNvPr id="6" name="Footer Placeholder 5">
            <a:extLst>
              <a:ext uri="{FF2B5EF4-FFF2-40B4-BE49-F238E27FC236}">
                <a16:creationId xmlns:a16="http://schemas.microsoft.com/office/drawing/2014/main" id="{467CAD84-5979-4D73-B89F-FAFEA6C695C9}"/>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7" name="Slide Number Placeholder 6">
            <a:extLst>
              <a:ext uri="{FF2B5EF4-FFF2-40B4-BE49-F238E27FC236}">
                <a16:creationId xmlns:a16="http://schemas.microsoft.com/office/drawing/2014/main" id="{B768A73A-13AF-4F03-6C7F-2D535B77FAC9}"/>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740598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51E7-1BC0-6939-6776-AC3AA2459332}"/>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PL"/>
          </a:p>
        </p:txBody>
      </p:sp>
      <p:sp>
        <p:nvSpPr>
          <p:cNvPr id="3" name="Vertical Text Placeholder 2">
            <a:extLst>
              <a:ext uri="{FF2B5EF4-FFF2-40B4-BE49-F238E27FC236}">
                <a16:creationId xmlns:a16="http://schemas.microsoft.com/office/drawing/2014/main" id="{E68A4DB6-64F8-7B50-8ED3-B416FA97D2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4" name="Date Placeholder 3">
            <a:extLst>
              <a:ext uri="{FF2B5EF4-FFF2-40B4-BE49-F238E27FC236}">
                <a16:creationId xmlns:a16="http://schemas.microsoft.com/office/drawing/2014/main" id="{6C90C3DD-F285-B497-4197-60FB5E39C882}"/>
              </a:ext>
            </a:extLst>
          </p:cNvPr>
          <p:cNvSpPr>
            <a:spLocks noGrp="1"/>
          </p:cNvSpPr>
          <p:nvPr>
            <p:ph type="dt" sz="half" idx="10"/>
          </p:nvPr>
        </p:nvSpPr>
        <p:spPr>
          <a:xfrm>
            <a:off x="838200" y="6356350"/>
            <a:ext cx="2743200" cy="365125"/>
          </a:xfrm>
          <a:prstGeom prst="rect">
            <a:avLst/>
          </a:prstGeom>
        </p:spPr>
        <p:txBody>
          <a:bodyPr/>
          <a:lstStyle/>
          <a:p>
            <a:fld id="{8487D35E-66C0-E24B-A70B-9DC967FB308E}" type="datetime1">
              <a:rPr lang="pl-PL" smtClean="0"/>
              <a:t>25.09.2026</a:t>
            </a:fld>
            <a:endParaRPr lang="en-PL"/>
          </a:p>
        </p:txBody>
      </p:sp>
      <p:sp>
        <p:nvSpPr>
          <p:cNvPr id="5" name="Footer Placeholder 4">
            <a:extLst>
              <a:ext uri="{FF2B5EF4-FFF2-40B4-BE49-F238E27FC236}">
                <a16:creationId xmlns:a16="http://schemas.microsoft.com/office/drawing/2014/main" id="{0BFF1E9F-7FAF-C347-1877-1F5B3FBFA9DD}"/>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6" name="Slide Number Placeholder 5">
            <a:extLst>
              <a:ext uri="{FF2B5EF4-FFF2-40B4-BE49-F238E27FC236}">
                <a16:creationId xmlns:a16="http://schemas.microsoft.com/office/drawing/2014/main" id="{F15963CD-2909-FD12-1221-03BD761BACE8}"/>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745457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10E97A-B088-3967-F789-3133E1624DAA}"/>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PL"/>
          </a:p>
        </p:txBody>
      </p:sp>
      <p:sp>
        <p:nvSpPr>
          <p:cNvPr id="3" name="Vertical Text Placeholder 2">
            <a:extLst>
              <a:ext uri="{FF2B5EF4-FFF2-40B4-BE49-F238E27FC236}">
                <a16:creationId xmlns:a16="http://schemas.microsoft.com/office/drawing/2014/main" id="{AFF28F48-BC0E-B9B1-D2ED-E9EAC074236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4" name="Date Placeholder 3">
            <a:extLst>
              <a:ext uri="{FF2B5EF4-FFF2-40B4-BE49-F238E27FC236}">
                <a16:creationId xmlns:a16="http://schemas.microsoft.com/office/drawing/2014/main" id="{07124CF0-A5A7-6D84-83E7-069704B46925}"/>
              </a:ext>
            </a:extLst>
          </p:cNvPr>
          <p:cNvSpPr>
            <a:spLocks noGrp="1"/>
          </p:cNvSpPr>
          <p:nvPr>
            <p:ph type="dt" sz="half" idx="10"/>
          </p:nvPr>
        </p:nvSpPr>
        <p:spPr>
          <a:xfrm>
            <a:off x="838200" y="6356350"/>
            <a:ext cx="2743200" cy="365125"/>
          </a:xfrm>
          <a:prstGeom prst="rect">
            <a:avLst/>
          </a:prstGeom>
        </p:spPr>
        <p:txBody>
          <a:bodyPr/>
          <a:lstStyle/>
          <a:p>
            <a:fld id="{520A2ECD-2F89-8447-8482-6F7F5E0E1C37}" type="datetime1">
              <a:rPr lang="pl-PL" smtClean="0"/>
              <a:t>25.09.2026</a:t>
            </a:fld>
            <a:endParaRPr lang="en-PL"/>
          </a:p>
        </p:txBody>
      </p:sp>
      <p:sp>
        <p:nvSpPr>
          <p:cNvPr id="5" name="Footer Placeholder 4">
            <a:extLst>
              <a:ext uri="{FF2B5EF4-FFF2-40B4-BE49-F238E27FC236}">
                <a16:creationId xmlns:a16="http://schemas.microsoft.com/office/drawing/2014/main" id="{EF51EFDC-EC5E-3B99-B028-AE150164DA07}"/>
              </a:ext>
            </a:extLst>
          </p:cNvPr>
          <p:cNvSpPr>
            <a:spLocks noGrp="1"/>
          </p:cNvSpPr>
          <p:nvPr>
            <p:ph type="ftr" sz="quarter" idx="11"/>
          </p:nvPr>
        </p:nvSpPr>
        <p:spPr>
          <a:xfrm>
            <a:off x="4038600" y="6356350"/>
            <a:ext cx="4114800" cy="365125"/>
          </a:xfrm>
          <a:prstGeom prst="rect">
            <a:avLst/>
          </a:prstGeom>
        </p:spPr>
        <p:txBody>
          <a:bodyPr/>
          <a:lstStyle/>
          <a:p>
            <a:r>
              <a:rPr lang="en-GB"/>
              <a:t>catalogicsoftware.com</a:t>
            </a:r>
            <a:endParaRPr lang="en-PL"/>
          </a:p>
        </p:txBody>
      </p:sp>
      <p:sp>
        <p:nvSpPr>
          <p:cNvPr id="6" name="Slide Number Placeholder 5">
            <a:extLst>
              <a:ext uri="{FF2B5EF4-FFF2-40B4-BE49-F238E27FC236}">
                <a16:creationId xmlns:a16="http://schemas.microsoft.com/office/drawing/2014/main" id="{B26ED7BE-220A-F2E8-72EB-F808525DB945}"/>
              </a:ext>
            </a:extLst>
          </p:cNvPr>
          <p:cNvSpPr>
            <a:spLocks noGrp="1"/>
          </p:cNvSpPr>
          <p:nvPr>
            <p:ph type="sldNum" sz="quarter" idx="12"/>
          </p:nvPr>
        </p:nvSpPr>
        <p:spPr/>
        <p:txBody>
          <a:bodyPr/>
          <a:lstStyle/>
          <a:p>
            <a:fld id="{DFB17E6E-39A5-E94E-94DA-108F3181BF69}" type="slidenum">
              <a:rPr lang="en-PL" smtClean="0"/>
              <a:t>‹#›</a:t>
            </a:fld>
            <a:endParaRPr lang="en-PL"/>
          </a:p>
        </p:txBody>
      </p:sp>
    </p:spTree>
    <p:extLst>
      <p:ext uri="{BB962C8B-B14F-4D97-AF65-F5344CB8AC3E}">
        <p14:creationId xmlns:p14="http://schemas.microsoft.com/office/powerpoint/2010/main" val="2569774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340833-1D4E-48FC-1866-902C065ED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Slide Number Placeholder 5">
            <a:extLst>
              <a:ext uri="{FF2B5EF4-FFF2-40B4-BE49-F238E27FC236}">
                <a16:creationId xmlns:a16="http://schemas.microsoft.com/office/drawing/2014/main" id="{5A05ED50-E92B-9F0A-4007-5A4754C662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Inter" panose="02000503000000020004" pitchFamily="2" charset="0"/>
                <a:ea typeface="Inter" panose="02000503000000020004" pitchFamily="2" charset="0"/>
              </a:defRPr>
            </a:lvl1pPr>
          </a:lstStyle>
          <a:p>
            <a:fld id="{DFB17E6E-39A5-E94E-94DA-108F3181BF69}" type="slidenum">
              <a:rPr lang="en-PL" smtClean="0"/>
              <a:pPr/>
              <a:t>‹#›</a:t>
            </a:fld>
            <a:endParaRPr lang="en-PL">
              <a:latin typeface="Inter" panose="02000503000000020004" pitchFamily="2" charset="0"/>
              <a:ea typeface="Inter" panose="02000503000000020004" pitchFamily="2" charset="0"/>
            </a:endParaRPr>
          </a:p>
        </p:txBody>
      </p:sp>
      <p:sp>
        <p:nvSpPr>
          <p:cNvPr id="7" name="Date Placeholder 6">
            <a:extLst>
              <a:ext uri="{FF2B5EF4-FFF2-40B4-BE49-F238E27FC236}">
                <a16:creationId xmlns:a16="http://schemas.microsoft.com/office/drawing/2014/main" id="{0EEF5A7E-F6E0-571A-E10A-2084073A96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12D385-87F9-F449-AC69-B4926D058E84}" type="datetimeFigureOut">
              <a:rPr lang="en-PL" smtClean="0"/>
              <a:t>25/09/2026</a:t>
            </a:fld>
            <a:endParaRPr lang="en-PL"/>
          </a:p>
        </p:txBody>
      </p:sp>
      <p:sp>
        <p:nvSpPr>
          <p:cNvPr id="8" name="Title Placeholder 7">
            <a:extLst>
              <a:ext uri="{FF2B5EF4-FFF2-40B4-BE49-F238E27FC236}">
                <a16:creationId xmlns:a16="http://schemas.microsoft.com/office/drawing/2014/main" id="{96562310-E00C-62D8-6E3B-2B728FA795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L"/>
          </a:p>
        </p:txBody>
      </p:sp>
      <p:sp>
        <p:nvSpPr>
          <p:cNvPr id="9" name="Footer Placeholder 8">
            <a:extLst>
              <a:ext uri="{FF2B5EF4-FFF2-40B4-BE49-F238E27FC236}">
                <a16:creationId xmlns:a16="http://schemas.microsoft.com/office/drawing/2014/main" id="{94C4D2A6-113F-7EB8-1A02-2808E3DE47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c</a:t>
            </a:r>
            <a:r>
              <a:rPr lang="en-PL"/>
              <a:t>atalogicsoftware.com</a:t>
            </a:r>
          </a:p>
        </p:txBody>
      </p:sp>
    </p:spTree>
    <p:extLst>
      <p:ext uri="{BB962C8B-B14F-4D97-AF65-F5344CB8AC3E}">
        <p14:creationId xmlns:p14="http://schemas.microsoft.com/office/powerpoint/2010/main" val="2111215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Inter" panose="02000503000000020004" pitchFamily="2" charset="0"/>
          <a:ea typeface="Inter" panose="020005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Inter" panose="02000503000000020004" pitchFamily="2" charset="0"/>
          <a:ea typeface="Inter" panose="02000503000000020004"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r" panose="02000503000000020004" pitchFamily="2" charset="0"/>
          <a:ea typeface="Inter" panose="02000503000000020004"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r" panose="02000503000000020004" pitchFamily="2"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sv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sv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1.svg"/></Relationships>
</file>

<file path=ppt/slides/_rels/slide3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 Id="rId9"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9.svg"/></Relationships>
</file>

<file path=ppt/slides/_rels/slide3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2.svg"/><Relationship Id="rId4" Type="http://schemas.openxmlformats.org/officeDocument/2006/relationships/image" Target="../media/image31.svg"/></Relationships>
</file>

<file path=ppt/slides/_rels/slide36.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18" Type="http://schemas.openxmlformats.org/officeDocument/2006/relationships/image" Target="../media/image48.svg"/><Relationship Id="rId26" Type="http://schemas.openxmlformats.org/officeDocument/2006/relationships/image" Target="../media/image55.svg"/><Relationship Id="rId3" Type="http://schemas.openxmlformats.org/officeDocument/2006/relationships/image" Target="../media/image33.svg"/><Relationship Id="rId21" Type="http://schemas.openxmlformats.org/officeDocument/2006/relationships/image" Target="../media/image51.svg"/><Relationship Id="rId7" Type="http://schemas.openxmlformats.org/officeDocument/2006/relationships/image" Target="../media/image37.svg"/><Relationship Id="rId12" Type="http://schemas.openxmlformats.org/officeDocument/2006/relationships/image" Target="../media/image42.svg"/><Relationship Id="rId17" Type="http://schemas.openxmlformats.org/officeDocument/2006/relationships/image" Target="../media/image47.svg"/><Relationship Id="rId25" Type="http://schemas.openxmlformats.org/officeDocument/2006/relationships/image" Target="../media/image54.svg"/><Relationship Id="rId2" Type="http://schemas.openxmlformats.org/officeDocument/2006/relationships/notesSlide" Target="../notesSlides/notesSlide11.xml"/><Relationship Id="rId16" Type="http://schemas.openxmlformats.org/officeDocument/2006/relationships/image" Target="../media/image46.svg"/><Relationship Id="rId20" Type="http://schemas.openxmlformats.org/officeDocument/2006/relationships/image" Target="../media/image50.svg"/><Relationship Id="rId29" Type="http://schemas.openxmlformats.org/officeDocument/2006/relationships/image" Target="../media/image57.svg"/><Relationship Id="rId1" Type="http://schemas.openxmlformats.org/officeDocument/2006/relationships/slideLayout" Target="../slideLayouts/slideLayout1.xml"/><Relationship Id="rId6" Type="http://schemas.openxmlformats.org/officeDocument/2006/relationships/image" Target="../media/image36.svg"/><Relationship Id="rId11" Type="http://schemas.openxmlformats.org/officeDocument/2006/relationships/image" Target="../media/image41.svg"/><Relationship Id="rId24" Type="http://schemas.openxmlformats.org/officeDocument/2006/relationships/image" Target="../media/image53.svg"/><Relationship Id="rId5" Type="http://schemas.openxmlformats.org/officeDocument/2006/relationships/image" Target="../media/image35.svg"/><Relationship Id="rId15" Type="http://schemas.openxmlformats.org/officeDocument/2006/relationships/image" Target="../media/image45.svg"/><Relationship Id="rId23" Type="http://schemas.openxmlformats.org/officeDocument/2006/relationships/image" Target="../media/image52.svg"/><Relationship Id="rId28" Type="http://schemas.openxmlformats.org/officeDocument/2006/relationships/image" Target="../media/image56.svg"/><Relationship Id="rId10" Type="http://schemas.openxmlformats.org/officeDocument/2006/relationships/image" Target="../media/image40.svg"/><Relationship Id="rId19" Type="http://schemas.openxmlformats.org/officeDocument/2006/relationships/image" Target="../media/image49.svg"/><Relationship Id="rId4" Type="http://schemas.openxmlformats.org/officeDocument/2006/relationships/image" Target="../media/image34.svg"/><Relationship Id="rId9" Type="http://schemas.openxmlformats.org/officeDocument/2006/relationships/image" Target="../media/image39.svg"/><Relationship Id="rId14" Type="http://schemas.openxmlformats.org/officeDocument/2006/relationships/image" Target="../media/image44.svg"/><Relationship Id="rId22" Type="http://schemas.openxmlformats.org/officeDocument/2006/relationships/image" Target="../media/image3.svg"/><Relationship Id="rId27" Type="http://schemas.openxmlformats.org/officeDocument/2006/relationships/image" Target="../media/image2.svg"/></Relationships>
</file>

<file path=ppt/slides/_rels/slide37.xml.rels><?xml version="1.0" encoding="UTF-8" standalone="yes"?>
<Relationships xmlns="http://schemas.openxmlformats.org/package/2006/relationships"><Relationship Id="rId3" Type="http://schemas.openxmlformats.org/officeDocument/2006/relationships/hyperlink" Target="https://nmikolajczyk-catalogicsoftware.github.io/qr-generator/"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117" Type="http://schemas.openxmlformats.org/officeDocument/2006/relationships/image" Target="../media/image172.svg"/><Relationship Id="rId21" Type="http://schemas.openxmlformats.org/officeDocument/2006/relationships/image" Target="../media/image76.svg"/><Relationship Id="rId42" Type="http://schemas.openxmlformats.org/officeDocument/2006/relationships/image" Target="../media/image97.svg"/><Relationship Id="rId63" Type="http://schemas.openxmlformats.org/officeDocument/2006/relationships/image" Target="../media/image118.svg"/><Relationship Id="rId84" Type="http://schemas.openxmlformats.org/officeDocument/2006/relationships/image" Target="../media/image139.svg"/><Relationship Id="rId138" Type="http://schemas.openxmlformats.org/officeDocument/2006/relationships/image" Target="../media/image193.svg"/><Relationship Id="rId16" Type="http://schemas.openxmlformats.org/officeDocument/2006/relationships/image" Target="../media/image71.svg"/><Relationship Id="rId107" Type="http://schemas.openxmlformats.org/officeDocument/2006/relationships/image" Target="../media/image162.svg"/><Relationship Id="rId11" Type="http://schemas.openxmlformats.org/officeDocument/2006/relationships/image" Target="../media/image66.svg"/><Relationship Id="rId32" Type="http://schemas.openxmlformats.org/officeDocument/2006/relationships/image" Target="../media/image87.svg"/><Relationship Id="rId37" Type="http://schemas.openxmlformats.org/officeDocument/2006/relationships/image" Target="../media/image92.svg"/><Relationship Id="rId53" Type="http://schemas.openxmlformats.org/officeDocument/2006/relationships/image" Target="../media/image108.svg"/><Relationship Id="rId58" Type="http://schemas.openxmlformats.org/officeDocument/2006/relationships/image" Target="../media/image113.svg"/><Relationship Id="rId74" Type="http://schemas.openxmlformats.org/officeDocument/2006/relationships/image" Target="../media/image129.svg"/><Relationship Id="rId79" Type="http://schemas.openxmlformats.org/officeDocument/2006/relationships/image" Target="../media/image134.svg"/><Relationship Id="rId102" Type="http://schemas.openxmlformats.org/officeDocument/2006/relationships/image" Target="../media/image157.svg"/><Relationship Id="rId123" Type="http://schemas.openxmlformats.org/officeDocument/2006/relationships/image" Target="../media/image178.svg"/><Relationship Id="rId128" Type="http://schemas.openxmlformats.org/officeDocument/2006/relationships/image" Target="../media/image183.svg"/><Relationship Id="rId5" Type="http://schemas.openxmlformats.org/officeDocument/2006/relationships/image" Target="../media/image60.svg"/><Relationship Id="rId90" Type="http://schemas.openxmlformats.org/officeDocument/2006/relationships/image" Target="../media/image145.svg"/><Relationship Id="rId95" Type="http://schemas.openxmlformats.org/officeDocument/2006/relationships/image" Target="../media/image150.svg"/><Relationship Id="rId22" Type="http://schemas.openxmlformats.org/officeDocument/2006/relationships/image" Target="../media/image77.svg"/><Relationship Id="rId27" Type="http://schemas.openxmlformats.org/officeDocument/2006/relationships/image" Target="../media/image82.svg"/><Relationship Id="rId43" Type="http://schemas.openxmlformats.org/officeDocument/2006/relationships/image" Target="../media/image98.svg"/><Relationship Id="rId48" Type="http://schemas.openxmlformats.org/officeDocument/2006/relationships/image" Target="../media/image103.svg"/><Relationship Id="rId64" Type="http://schemas.openxmlformats.org/officeDocument/2006/relationships/image" Target="../media/image119.svg"/><Relationship Id="rId69" Type="http://schemas.openxmlformats.org/officeDocument/2006/relationships/image" Target="../media/image124.svg"/><Relationship Id="rId113" Type="http://schemas.openxmlformats.org/officeDocument/2006/relationships/image" Target="../media/image168.svg"/><Relationship Id="rId118" Type="http://schemas.openxmlformats.org/officeDocument/2006/relationships/image" Target="../media/image173.svg"/><Relationship Id="rId134" Type="http://schemas.openxmlformats.org/officeDocument/2006/relationships/image" Target="../media/image189.svg"/><Relationship Id="rId80" Type="http://schemas.openxmlformats.org/officeDocument/2006/relationships/image" Target="../media/image135.svg"/><Relationship Id="rId85" Type="http://schemas.openxmlformats.org/officeDocument/2006/relationships/image" Target="../media/image140.svg"/><Relationship Id="rId12" Type="http://schemas.openxmlformats.org/officeDocument/2006/relationships/image" Target="../media/image67.svg"/><Relationship Id="rId17" Type="http://schemas.openxmlformats.org/officeDocument/2006/relationships/image" Target="../media/image72.svg"/><Relationship Id="rId33" Type="http://schemas.openxmlformats.org/officeDocument/2006/relationships/image" Target="../media/image88.svg"/><Relationship Id="rId38" Type="http://schemas.openxmlformats.org/officeDocument/2006/relationships/image" Target="../media/image93.svg"/><Relationship Id="rId59" Type="http://schemas.openxmlformats.org/officeDocument/2006/relationships/image" Target="../media/image114.svg"/><Relationship Id="rId103" Type="http://schemas.openxmlformats.org/officeDocument/2006/relationships/image" Target="../media/image158.svg"/><Relationship Id="rId108" Type="http://schemas.openxmlformats.org/officeDocument/2006/relationships/image" Target="../media/image163.svg"/><Relationship Id="rId124" Type="http://schemas.openxmlformats.org/officeDocument/2006/relationships/image" Target="../media/image179.svg"/><Relationship Id="rId129" Type="http://schemas.openxmlformats.org/officeDocument/2006/relationships/image" Target="../media/image184.svg"/><Relationship Id="rId54" Type="http://schemas.openxmlformats.org/officeDocument/2006/relationships/image" Target="../media/image109.svg"/><Relationship Id="rId70" Type="http://schemas.openxmlformats.org/officeDocument/2006/relationships/image" Target="../media/image125.svg"/><Relationship Id="rId75" Type="http://schemas.openxmlformats.org/officeDocument/2006/relationships/image" Target="../media/image130.svg"/><Relationship Id="rId91" Type="http://schemas.openxmlformats.org/officeDocument/2006/relationships/image" Target="../media/image146.svg"/><Relationship Id="rId96" Type="http://schemas.openxmlformats.org/officeDocument/2006/relationships/image" Target="../media/image151.svg"/><Relationship Id="rId1" Type="http://schemas.openxmlformats.org/officeDocument/2006/relationships/slideLayout" Target="../slideLayouts/slideLayout1.xml"/><Relationship Id="rId6" Type="http://schemas.openxmlformats.org/officeDocument/2006/relationships/image" Target="../media/image61.svg"/><Relationship Id="rId23" Type="http://schemas.openxmlformats.org/officeDocument/2006/relationships/image" Target="../media/image78.svg"/><Relationship Id="rId28" Type="http://schemas.openxmlformats.org/officeDocument/2006/relationships/image" Target="../media/image83.svg"/><Relationship Id="rId49" Type="http://schemas.openxmlformats.org/officeDocument/2006/relationships/image" Target="../media/image104.svg"/><Relationship Id="rId114" Type="http://schemas.openxmlformats.org/officeDocument/2006/relationships/image" Target="../media/image169.svg"/><Relationship Id="rId119" Type="http://schemas.openxmlformats.org/officeDocument/2006/relationships/image" Target="../media/image174.svg"/><Relationship Id="rId44" Type="http://schemas.openxmlformats.org/officeDocument/2006/relationships/image" Target="../media/image99.svg"/><Relationship Id="rId60" Type="http://schemas.openxmlformats.org/officeDocument/2006/relationships/image" Target="../media/image115.svg"/><Relationship Id="rId65" Type="http://schemas.openxmlformats.org/officeDocument/2006/relationships/image" Target="../media/image120.svg"/><Relationship Id="rId81" Type="http://schemas.openxmlformats.org/officeDocument/2006/relationships/image" Target="../media/image136.svg"/><Relationship Id="rId86" Type="http://schemas.openxmlformats.org/officeDocument/2006/relationships/image" Target="../media/image141.svg"/><Relationship Id="rId130" Type="http://schemas.openxmlformats.org/officeDocument/2006/relationships/image" Target="../media/image185.svg"/><Relationship Id="rId135" Type="http://schemas.openxmlformats.org/officeDocument/2006/relationships/image" Target="../media/image190.svg"/><Relationship Id="rId13" Type="http://schemas.openxmlformats.org/officeDocument/2006/relationships/image" Target="../media/image68.svg"/><Relationship Id="rId18" Type="http://schemas.openxmlformats.org/officeDocument/2006/relationships/image" Target="../media/image73.svg"/><Relationship Id="rId39" Type="http://schemas.openxmlformats.org/officeDocument/2006/relationships/image" Target="../media/image94.svg"/><Relationship Id="rId109" Type="http://schemas.openxmlformats.org/officeDocument/2006/relationships/image" Target="../media/image164.svg"/><Relationship Id="rId34" Type="http://schemas.openxmlformats.org/officeDocument/2006/relationships/image" Target="../media/image89.svg"/><Relationship Id="rId50" Type="http://schemas.openxmlformats.org/officeDocument/2006/relationships/image" Target="../media/image105.svg"/><Relationship Id="rId55" Type="http://schemas.openxmlformats.org/officeDocument/2006/relationships/image" Target="../media/image110.svg"/><Relationship Id="rId76" Type="http://schemas.openxmlformats.org/officeDocument/2006/relationships/image" Target="../media/image131.svg"/><Relationship Id="rId97" Type="http://schemas.openxmlformats.org/officeDocument/2006/relationships/image" Target="../media/image152.svg"/><Relationship Id="rId104" Type="http://schemas.openxmlformats.org/officeDocument/2006/relationships/image" Target="../media/image159.svg"/><Relationship Id="rId120" Type="http://schemas.openxmlformats.org/officeDocument/2006/relationships/image" Target="../media/image175.svg"/><Relationship Id="rId125" Type="http://schemas.openxmlformats.org/officeDocument/2006/relationships/image" Target="../media/image180.svg"/><Relationship Id="rId7" Type="http://schemas.openxmlformats.org/officeDocument/2006/relationships/image" Target="../media/image62.svg"/><Relationship Id="rId71" Type="http://schemas.openxmlformats.org/officeDocument/2006/relationships/image" Target="../media/image126.svg"/><Relationship Id="rId92" Type="http://schemas.openxmlformats.org/officeDocument/2006/relationships/image" Target="../media/image147.svg"/><Relationship Id="rId2" Type="http://schemas.openxmlformats.org/officeDocument/2006/relationships/notesSlide" Target="../notesSlides/notesSlide13.xml"/><Relationship Id="rId29" Type="http://schemas.openxmlformats.org/officeDocument/2006/relationships/image" Target="../media/image84.svg"/><Relationship Id="rId24" Type="http://schemas.openxmlformats.org/officeDocument/2006/relationships/image" Target="../media/image79.svg"/><Relationship Id="rId40" Type="http://schemas.openxmlformats.org/officeDocument/2006/relationships/image" Target="../media/image95.svg"/><Relationship Id="rId45" Type="http://schemas.openxmlformats.org/officeDocument/2006/relationships/image" Target="../media/image100.svg"/><Relationship Id="rId66" Type="http://schemas.openxmlformats.org/officeDocument/2006/relationships/image" Target="../media/image121.svg"/><Relationship Id="rId87" Type="http://schemas.openxmlformats.org/officeDocument/2006/relationships/image" Target="../media/image142.svg"/><Relationship Id="rId110" Type="http://schemas.openxmlformats.org/officeDocument/2006/relationships/image" Target="../media/image165.svg"/><Relationship Id="rId115" Type="http://schemas.openxmlformats.org/officeDocument/2006/relationships/image" Target="../media/image170.svg"/><Relationship Id="rId131" Type="http://schemas.openxmlformats.org/officeDocument/2006/relationships/image" Target="../media/image186.svg"/><Relationship Id="rId136" Type="http://schemas.openxmlformats.org/officeDocument/2006/relationships/image" Target="../media/image191.svg"/><Relationship Id="rId61" Type="http://schemas.openxmlformats.org/officeDocument/2006/relationships/image" Target="../media/image116.svg"/><Relationship Id="rId82" Type="http://schemas.openxmlformats.org/officeDocument/2006/relationships/image" Target="../media/image137.svg"/><Relationship Id="rId19" Type="http://schemas.openxmlformats.org/officeDocument/2006/relationships/image" Target="../media/image74.svg"/><Relationship Id="rId14" Type="http://schemas.openxmlformats.org/officeDocument/2006/relationships/image" Target="../media/image69.svg"/><Relationship Id="rId30" Type="http://schemas.openxmlformats.org/officeDocument/2006/relationships/image" Target="../media/image85.svg"/><Relationship Id="rId35" Type="http://schemas.openxmlformats.org/officeDocument/2006/relationships/image" Target="../media/image90.svg"/><Relationship Id="rId56" Type="http://schemas.openxmlformats.org/officeDocument/2006/relationships/image" Target="../media/image111.svg"/><Relationship Id="rId77" Type="http://schemas.openxmlformats.org/officeDocument/2006/relationships/image" Target="../media/image132.svg"/><Relationship Id="rId100" Type="http://schemas.openxmlformats.org/officeDocument/2006/relationships/image" Target="../media/image155.svg"/><Relationship Id="rId105" Type="http://schemas.openxmlformats.org/officeDocument/2006/relationships/image" Target="../media/image160.svg"/><Relationship Id="rId126" Type="http://schemas.openxmlformats.org/officeDocument/2006/relationships/image" Target="../media/image181.svg"/><Relationship Id="rId8" Type="http://schemas.openxmlformats.org/officeDocument/2006/relationships/image" Target="../media/image63.svg"/><Relationship Id="rId51" Type="http://schemas.openxmlformats.org/officeDocument/2006/relationships/image" Target="../media/image106.svg"/><Relationship Id="rId72" Type="http://schemas.openxmlformats.org/officeDocument/2006/relationships/image" Target="../media/image127.svg"/><Relationship Id="rId93" Type="http://schemas.openxmlformats.org/officeDocument/2006/relationships/image" Target="../media/image148.svg"/><Relationship Id="rId98" Type="http://schemas.openxmlformats.org/officeDocument/2006/relationships/image" Target="../media/image153.svg"/><Relationship Id="rId121" Type="http://schemas.openxmlformats.org/officeDocument/2006/relationships/image" Target="../media/image176.svg"/><Relationship Id="rId3" Type="http://schemas.openxmlformats.org/officeDocument/2006/relationships/hyperlink" Target="https://heroicons.com/" TargetMode="External"/><Relationship Id="rId25" Type="http://schemas.openxmlformats.org/officeDocument/2006/relationships/image" Target="../media/image80.svg"/><Relationship Id="rId46" Type="http://schemas.openxmlformats.org/officeDocument/2006/relationships/image" Target="../media/image101.svg"/><Relationship Id="rId67" Type="http://schemas.openxmlformats.org/officeDocument/2006/relationships/image" Target="../media/image122.svg"/><Relationship Id="rId116" Type="http://schemas.openxmlformats.org/officeDocument/2006/relationships/image" Target="../media/image171.svg"/><Relationship Id="rId137" Type="http://schemas.openxmlformats.org/officeDocument/2006/relationships/image" Target="../media/image192.svg"/><Relationship Id="rId20" Type="http://schemas.openxmlformats.org/officeDocument/2006/relationships/image" Target="../media/image75.svg"/><Relationship Id="rId41" Type="http://schemas.openxmlformats.org/officeDocument/2006/relationships/image" Target="../media/image96.svg"/><Relationship Id="rId62" Type="http://schemas.openxmlformats.org/officeDocument/2006/relationships/image" Target="../media/image117.svg"/><Relationship Id="rId83" Type="http://schemas.openxmlformats.org/officeDocument/2006/relationships/image" Target="../media/image138.svg"/><Relationship Id="rId88" Type="http://schemas.openxmlformats.org/officeDocument/2006/relationships/image" Target="../media/image143.svg"/><Relationship Id="rId111" Type="http://schemas.openxmlformats.org/officeDocument/2006/relationships/image" Target="../media/image166.svg"/><Relationship Id="rId132" Type="http://schemas.openxmlformats.org/officeDocument/2006/relationships/image" Target="../media/image187.svg"/><Relationship Id="rId15" Type="http://schemas.openxmlformats.org/officeDocument/2006/relationships/image" Target="../media/image70.svg"/><Relationship Id="rId36" Type="http://schemas.openxmlformats.org/officeDocument/2006/relationships/image" Target="../media/image91.svg"/><Relationship Id="rId57" Type="http://schemas.openxmlformats.org/officeDocument/2006/relationships/image" Target="../media/image112.svg"/><Relationship Id="rId106" Type="http://schemas.openxmlformats.org/officeDocument/2006/relationships/image" Target="../media/image161.svg"/><Relationship Id="rId127" Type="http://schemas.openxmlformats.org/officeDocument/2006/relationships/image" Target="../media/image182.svg"/><Relationship Id="rId10" Type="http://schemas.openxmlformats.org/officeDocument/2006/relationships/image" Target="../media/image65.svg"/><Relationship Id="rId31" Type="http://schemas.openxmlformats.org/officeDocument/2006/relationships/image" Target="../media/image86.svg"/><Relationship Id="rId52" Type="http://schemas.openxmlformats.org/officeDocument/2006/relationships/image" Target="../media/image107.svg"/><Relationship Id="rId73" Type="http://schemas.openxmlformats.org/officeDocument/2006/relationships/image" Target="../media/image128.svg"/><Relationship Id="rId78" Type="http://schemas.openxmlformats.org/officeDocument/2006/relationships/image" Target="../media/image133.svg"/><Relationship Id="rId94" Type="http://schemas.openxmlformats.org/officeDocument/2006/relationships/image" Target="../media/image149.svg"/><Relationship Id="rId99" Type="http://schemas.openxmlformats.org/officeDocument/2006/relationships/image" Target="../media/image154.svg"/><Relationship Id="rId101" Type="http://schemas.openxmlformats.org/officeDocument/2006/relationships/image" Target="../media/image156.svg"/><Relationship Id="rId122" Type="http://schemas.openxmlformats.org/officeDocument/2006/relationships/image" Target="../media/image177.svg"/><Relationship Id="rId4" Type="http://schemas.openxmlformats.org/officeDocument/2006/relationships/image" Target="../media/image59.svg"/><Relationship Id="rId9" Type="http://schemas.openxmlformats.org/officeDocument/2006/relationships/image" Target="../media/image64.svg"/><Relationship Id="rId26" Type="http://schemas.openxmlformats.org/officeDocument/2006/relationships/image" Target="../media/image81.svg"/><Relationship Id="rId47" Type="http://schemas.openxmlformats.org/officeDocument/2006/relationships/image" Target="../media/image102.svg"/><Relationship Id="rId68" Type="http://schemas.openxmlformats.org/officeDocument/2006/relationships/image" Target="../media/image123.svg"/><Relationship Id="rId89" Type="http://schemas.openxmlformats.org/officeDocument/2006/relationships/image" Target="../media/image144.svg"/><Relationship Id="rId112" Type="http://schemas.openxmlformats.org/officeDocument/2006/relationships/image" Target="../media/image167.svg"/><Relationship Id="rId133" Type="http://schemas.openxmlformats.org/officeDocument/2006/relationships/image" Target="../media/image18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0F6C2D-BBE3-9D73-E42A-46EB5C96C7C0}"/>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1FC0437-616B-6DE6-B425-7434F307470B}"/>
              </a:ext>
            </a:extLst>
          </p:cNvPr>
          <p:cNvSpPr>
            <a:spLocks noGrp="1"/>
          </p:cNvSpPr>
          <p:nvPr>
            <p:ph type="ctrTitle"/>
          </p:nvPr>
        </p:nvSpPr>
        <p:spPr>
          <a:xfrm>
            <a:off x="1524000" y="3233989"/>
            <a:ext cx="9144000" cy="946413"/>
          </a:xfrm>
        </p:spPr>
        <p:txBody>
          <a:bodyPr>
            <a:spAutoFit/>
          </a:bodyPr>
          <a:lstStyle/>
          <a:p>
            <a:pPr algn="l"/>
            <a:r>
              <a:rPr lang="en-PL">
                <a:solidFill>
                  <a:schemeClr val="bg1"/>
                </a:solidFill>
              </a:rPr>
              <a:t>Presentation Deck</a:t>
            </a:r>
          </a:p>
        </p:txBody>
      </p:sp>
      <p:sp>
        <p:nvSpPr>
          <p:cNvPr id="17" name="Subtitle 2">
            <a:extLst>
              <a:ext uri="{FF2B5EF4-FFF2-40B4-BE49-F238E27FC236}">
                <a16:creationId xmlns:a16="http://schemas.microsoft.com/office/drawing/2014/main" id="{ACD70D47-E438-DC8B-5E41-4732BDE61DA2}"/>
              </a:ext>
            </a:extLst>
          </p:cNvPr>
          <p:cNvSpPr txBox="1">
            <a:spLocks/>
          </p:cNvSpPr>
          <p:nvPr/>
        </p:nvSpPr>
        <p:spPr>
          <a:xfrm>
            <a:off x="1524000" y="2885432"/>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chemeClr val="bg1"/>
                </a:solidFill>
                <a:latin typeface="Poppins" pitchFamily="2" charset="77"/>
                <a:cs typeface="Poppins" pitchFamily="2" charset="77"/>
              </a:rPr>
              <a:t>SUBHEADER</a:t>
            </a:r>
          </a:p>
        </p:txBody>
      </p:sp>
      <p:sp>
        <p:nvSpPr>
          <p:cNvPr id="18" name="TextBox 17">
            <a:extLst>
              <a:ext uri="{FF2B5EF4-FFF2-40B4-BE49-F238E27FC236}">
                <a16:creationId xmlns:a16="http://schemas.microsoft.com/office/drawing/2014/main" id="{478498ED-461C-BAC3-AA8B-6A6BB4DA2084}"/>
              </a:ext>
            </a:extLst>
          </p:cNvPr>
          <p:cNvSpPr txBox="1"/>
          <p:nvPr/>
        </p:nvSpPr>
        <p:spPr>
          <a:xfrm>
            <a:off x="390939" y="6314552"/>
            <a:ext cx="1495922" cy="307777"/>
          </a:xfrm>
          <a:prstGeom prst="rect">
            <a:avLst/>
          </a:prstGeom>
          <a:noFill/>
        </p:spPr>
        <p:txBody>
          <a:bodyPr wrap="none" rtlCol="0">
            <a:spAutoFit/>
          </a:bodyPr>
          <a:lstStyle/>
          <a:p>
            <a:r>
              <a:rPr lang="en-PL" sz="1400" dirty="0">
                <a:solidFill>
                  <a:schemeClr val="bg1"/>
                </a:solidFill>
                <a:latin typeface="Inter Light" panose="02000503000000020004" pitchFamily="2" charset="0"/>
                <a:ea typeface="Inter Light" panose="02000503000000020004" pitchFamily="2" charset="0"/>
              </a:rPr>
              <a:t>CONFIDENTIAL</a:t>
            </a:r>
          </a:p>
        </p:txBody>
      </p:sp>
      <p:sp>
        <p:nvSpPr>
          <p:cNvPr id="19" name="TextBox 18">
            <a:extLst>
              <a:ext uri="{FF2B5EF4-FFF2-40B4-BE49-F238E27FC236}">
                <a16:creationId xmlns:a16="http://schemas.microsoft.com/office/drawing/2014/main" id="{A31910D6-757F-F45B-AE84-FD7A98A6150D}"/>
              </a:ext>
            </a:extLst>
          </p:cNvPr>
          <p:cNvSpPr txBox="1"/>
          <p:nvPr/>
        </p:nvSpPr>
        <p:spPr>
          <a:xfrm>
            <a:off x="5476279" y="6314089"/>
            <a:ext cx="1239442" cy="307777"/>
          </a:xfrm>
          <a:prstGeom prst="rect">
            <a:avLst/>
          </a:prstGeom>
          <a:noFill/>
        </p:spPr>
        <p:txBody>
          <a:bodyPr wrap="none" rtlCol="0">
            <a:spAutoFit/>
          </a:bodyPr>
          <a:lstStyle/>
          <a:p>
            <a:r>
              <a:rPr lang="en-GB" sz="1400" err="1">
                <a:solidFill>
                  <a:schemeClr val="bg1"/>
                </a:solidFill>
                <a:latin typeface="Inter Light" panose="02000503000000020004" pitchFamily="2" charset="0"/>
                <a:ea typeface="Inter Light" panose="02000503000000020004" pitchFamily="2" charset="0"/>
              </a:rPr>
              <a:t>cloudcasa.io</a:t>
            </a:r>
            <a:endParaRPr lang="en-PL" sz="1400">
              <a:solidFill>
                <a:schemeClr val="bg1"/>
              </a:solidFill>
              <a:latin typeface="Inter Light" panose="02000503000000020004" pitchFamily="2" charset="0"/>
              <a:ea typeface="Inter Light" panose="02000503000000020004" pitchFamily="2" charset="0"/>
            </a:endParaRPr>
          </a:p>
        </p:txBody>
      </p:sp>
      <p:cxnSp>
        <p:nvCxnSpPr>
          <p:cNvPr id="23" name="Straight Connector 22">
            <a:extLst>
              <a:ext uri="{FF2B5EF4-FFF2-40B4-BE49-F238E27FC236}">
                <a16:creationId xmlns:a16="http://schemas.microsoft.com/office/drawing/2014/main" id="{9DCB3D6E-4556-D737-4089-3BC9867F07B0}"/>
              </a:ext>
            </a:extLst>
          </p:cNvPr>
          <p:cNvCxnSpPr>
            <a:cxnSpLocks/>
          </p:cNvCxnSpPr>
          <p:nvPr/>
        </p:nvCxnSpPr>
        <p:spPr>
          <a:xfrm flipH="1">
            <a:off x="0" y="6118217"/>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pic>
        <p:nvPicPr>
          <p:cNvPr id="8" name="Graphic 7">
            <a:extLst>
              <a:ext uri="{FF2B5EF4-FFF2-40B4-BE49-F238E27FC236}">
                <a16:creationId xmlns:a16="http://schemas.microsoft.com/office/drawing/2014/main" id="{A2F0110E-57C3-748C-D150-82B31D51CC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66053" y="6068822"/>
            <a:ext cx="1647673" cy="807840"/>
          </a:xfrm>
          <a:prstGeom prst="rect">
            <a:avLst/>
          </a:prstGeom>
        </p:spPr>
      </p:pic>
    </p:spTree>
    <p:extLst>
      <p:ext uri="{BB962C8B-B14F-4D97-AF65-F5344CB8AC3E}">
        <p14:creationId xmlns:p14="http://schemas.microsoft.com/office/powerpoint/2010/main" val="2668669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CB651-00A5-488E-0E27-BF393C960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88DEC-68DE-5BA1-9F74-B2A23BFACA96}"/>
              </a:ext>
            </a:extLst>
          </p:cNvPr>
          <p:cNvSpPr>
            <a:spLocks noGrp="1"/>
          </p:cNvSpPr>
          <p:nvPr>
            <p:ph type="ctrTitle"/>
          </p:nvPr>
        </p:nvSpPr>
        <p:spPr>
          <a:xfrm>
            <a:off x="873713" y="2228036"/>
            <a:ext cx="3692939" cy="1777410"/>
          </a:xfrm>
        </p:spPr>
        <p:txBody>
          <a:bodyPr wrap="square">
            <a:spAutoFit/>
          </a:bodyPr>
          <a:lstStyle/>
          <a:p>
            <a:pPr algn="l"/>
            <a:r>
              <a:rPr lang="en-PL" dirty="0">
                <a:solidFill>
                  <a:srgbClr val="1E2A3E"/>
                </a:solidFill>
              </a:rPr>
              <a:t>Table of contents</a:t>
            </a:r>
            <a:endParaRPr lang="en-PL" dirty="0">
              <a:solidFill>
                <a:srgbClr val="1E2A3E"/>
              </a:solidFill>
              <a:cs typeface="Poppins" pitchFamily="2" charset="77"/>
            </a:endParaRPr>
          </a:p>
        </p:txBody>
      </p:sp>
      <p:sp>
        <p:nvSpPr>
          <p:cNvPr id="7" name="Subtitle 2">
            <a:extLst>
              <a:ext uri="{FF2B5EF4-FFF2-40B4-BE49-F238E27FC236}">
                <a16:creationId xmlns:a16="http://schemas.microsoft.com/office/drawing/2014/main" id="{1B0607AC-3512-8774-CD05-EB656F602A34}"/>
              </a:ext>
            </a:extLst>
          </p:cNvPr>
          <p:cNvSpPr txBox="1">
            <a:spLocks/>
          </p:cNvSpPr>
          <p:nvPr/>
        </p:nvSpPr>
        <p:spPr>
          <a:xfrm>
            <a:off x="6005880" y="2228036"/>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rgbClr val="222328"/>
                </a:solidFill>
                <a:latin typeface="Inter Light" panose="02000503000000020004" pitchFamily="2" charset="0"/>
                <a:ea typeface="Inter Light" panose="02000503000000020004" pitchFamily="2" charset="0"/>
              </a:rPr>
              <a:t>Our Story</a:t>
            </a:r>
            <a:endParaRPr lang="en-PL" sz="1400">
              <a:solidFill>
                <a:srgbClr val="222328"/>
              </a:solidFill>
              <a:latin typeface="Inter Light" panose="02000503000000020004" pitchFamily="2" charset="0"/>
              <a:ea typeface="Inter Light" panose="02000503000000020004" pitchFamily="2" charset="0"/>
              <a:cs typeface="Poppins" pitchFamily="2" charset="77"/>
            </a:endParaRPr>
          </a:p>
        </p:txBody>
      </p:sp>
      <p:sp>
        <p:nvSpPr>
          <p:cNvPr id="12" name="Rounded Rectangle 11">
            <a:extLst>
              <a:ext uri="{FF2B5EF4-FFF2-40B4-BE49-F238E27FC236}">
                <a16:creationId xmlns:a16="http://schemas.microsoft.com/office/drawing/2014/main" id="{EB98CB47-B35D-71CD-83FD-88C0A4F3D48F}"/>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13" name="Rounded Rectangle 12">
            <a:extLst>
              <a:ext uri="{FF2B5EF4-FFF2-40B4-BE49-F238E27FC236}">
                <a16:creationId xmlns:a16="http://schemas.microsoft.com/office/drawing/2014/main" id="{5D4572C4-74A9-7FD3-7873-C903E1AA38EA}"/>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32" name="Title 1">
            <a:extLst>
              <a:ext uri="{FF2B5EF4-FFF2-40B4-BE49-F238E27FC236}">
                <a16:creationId xmlns:a16="http://schemas.microsoft.com/office/drawing/2014/main" id="{F31ACD87-1C3C-176B-BDF0-E5DDFA8F47E0}"/>
              </a:ext>
            </a:extLst>
          </p:cNvPr>
          <p:cNvSpPr txBox="1">
            <a:spLocks/>
          </p:cNvSpPr>
          <p:nvPr/>
        </p:nvSpPr>
        <p:spPr>
          <a:xfrm>
            <a:off x="10467867" y="2238808"/>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1</a:t>
            </a:r>
          </a:p>
        </p:txBody>
      </p:sp>
      <p:sp>
        <p:nvSpPr>
          <p:cNvPr id="9" name="Subtitle 2">
            <a:extLst>
              <a:ext uri="{FF2B5EF4-FFF2-40B4-BE49-F238E27FC236}">
                <a16:creationId xmlns:a16="http://schemas.microsoft.com/office/drawing/2014/main" id="{0FA5498B-EF67-A82A-C835-216EAFAEBCC1}"/>
              </a:ext>
            </a:extLst>
          </p:cNvPr>
          <p:cNvSpPr txBox="1">
            <a:spLocks/>
          </p:cNvSpPr>
          <p:nvPr/>
        </p:nvSpPr>
        <p:spPr>
          <a:xfrm>
            <a:off x="6005880" y="2546585"/>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rgbClr val="222328"/>
                </a:solidFill>
                <a:latin typeface="Inter Light" panose="02000503000000020004" pitchFamily="2" charset="0"/>
                <a:ea typeface="Inter Light" panose="02000503000000020004" pitchFamily="2" charset="0"/>
                <a:cs typeface="Poppins" pitchFamily="2" charset="77"/>
              </a:rPr>
              <a:t>Our Produt</a:t>
            </a:r>
          </a:p>
        </p:txBody>
      </p:sp>
      <p:sp>
        <p:nvSpPr>
          <p:cNvPr id="17" name="Title 1">
            <a:extLst>
              <a:ext uri="{FF2B5EF4-FFF2-40B4-BE49-F238E27FC236}">
                <a16:creationId xmlns:a16="http://schemas.microsoft.com/office/drawing/2014/main" id="{4FE32529-AFEA-8E6E-E930-C4E3FDCE33E6}"/>
              </a:ext>
            </a:extLst>
          </p:cNvPr>
          <p:cNvSpPr txBox="1">
            <a:spLocks/>
          </p:cNvSpPr>
          <p:nvPr/>
        </p:nvSpPr>
        <p:spPr>
          <a:xfrm>
            <a:off x="10467867" y="2543608"/>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2</a:t>
            </a:r>
          </a:p>
        </p:txBody>
      </p:sp>
      <p:sp>
        <p:nvSpPr>
          <p:cNvPr id="18" name="Subtitle 2">
            <a:extLst>
              <a:ext uri="{FF2B5EF4-FFF2-40B4-BE49-F238E27FC236}">
                <a16:creationId xmlns:a16="http://schemas.microsoft.com/office/drawing/2014/main" id="{5D6020F1-D245-F09D-24C3-7BC18A1C3A76}"/>
              </a:ext>
            </a:extLst>
          </p:cNvPr>
          <p:cNvSpPr txBox="1">
            <a:spLocks/>
          </p:cNvSpPr>
          <p:nvPr/>
        </p:nvSpPr>
        <p:spPr>
          <a:xfrm>
            <a:off x="6005880" y="2837636"/>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rgbClr val="222328"/>
                </a:solidFill>
                <a:latin typeface="Inter Light" panose="02000503000000020004" pitchFamily="2" charset="0"/>
                <a:ea typeface="Inter Light" panose="02000503000000020004" pitchFamily="2" charset="0"/>
              </a:rPr>
              <a:t>Our Team</a:t>
            </a:r>
            <a:endParaRPr lang="en-PL" sz="1400">
              <a:solidFill>
                <a:srgbClr val="222328"/>
              </a:solidFill>
              <a:latin typeface="Inter Light" panose="02000503000000020004" pitchFamily="2" charset="0"/>
              <a:ea typeface="Inter Light" panose="02000503000000020004" pitchFamily="2" charset="0"/>
              <a:cs typeface="Poppins" pitchFamily="2" charset="77"/>
            </a:endParaRPr>
          </a:p>
        </p:txBody>
      </p:sp>
      <p:sp>
        <p:nvSpPr>
          <p:cNvPr id="19" name="Title 1">
            <a:extLst>
              <a:ext uri="{FF2B5EF4-FFF2-40B4-BE49-F238E27FC236}">
                <a16:creationId xmlns:a16="http://schemas.microsoft.com/office/drawing/2014/main" id="{7FB0DDF3-C29B-0182-1B00-082D1617C70A}"/>
              </a:ext>
            </a:extLst>
          </p:cNvPr>
          <p:cNvSpPr txBox="1">
            <a:spLocks/>
          </p:cNvSpPr>
          <p:nvPr/>
        </p:nvSpPr>
        <p:spPr>
          <a:xfrm>
            <a:off x="10467867" y="2848408"/>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3</a:t>
            </a:r>
          </a:p>
        </p:txBody>
      </p:sp>
      <p:sp>
        <p:nvSpPr>
          <p:cNvPr id="20" name="Subtitle 2">
            <a:extLst>
              <a:ext uri="{FF2B5EF4-FFF2-40B4-BE49-F238E27FC236}">
                <a16:creationId xmlns:a16="http://schemas.microsoft.com/office/drawing/2014/main" id="{8DA205AC-D9B8-C32A-14CD-2D78D701B0DE}"/>
              </a:ext>
            </a:extLst>
          </p:cNvPr>
          <p:cNvSpPr txBox="1">
            <a:spLocks/>
          </p:cNvSpPr>
          <p:nvPr/>
        </p:nvSpPr>
        <p:spPr>
          <a:xfrm>
            <a:off x="6005880" y="3156185"/>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rgbClr val="222328"/>
                </a:solidFill>
                <a:latin typeface="Inter Light" panose="02000503000000020004" pitchFamily="2" charset="0"/>
                <a:ea typeface="Inter Light" panose="02000503000000020004" pitchFamily="2" charset="0"/>
                <a:cs typeface="Poppins" pitchFamily="2" charset="77"/>
              </a:rPr>
              <a:t>How we can help you</a:t>
            </a:r>
          </a:p>
        </p:txBody>
      </p:sp>
      <p:sp>
        <p:nvSpPr>
          <p:cNvPr id="21" name="Title 1">
            <a:extLst>
              <a:ext uri="{FF2B5EF4-FFF2-40B4-BE49-F238E27FC236}">
                <a16:creationId xmlns:a16="http://schemas.microsoft.com/office/drawing/2014/main" id="{2E776478-973A-EBA9-EA4A-227D38421B15}"/>
              </a:ext>
            </a:extLst>
          </p:cNvPr>
          <p:cNvSpPr txBox="1">
            <a:spLocks/>
          </p:cNvSpPr>
          <p:nvPr/>
        </p:nvSpPr>
        <p:spPr>
          <a:xfrm>
            <a:off x="10467867" y="3153208"/>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4</a:t>
            </a:r>
          </a:p>
        </p:txBody>
      </p:sp>
      <p:sp>
        <p:nvSpPr>
          <p:cNvPr id="22" name="Subtitle 2">
            <a:extLst>
              <a:ext uri="{FF2B5EF4-FFF2-40B4-BE49-F238E27FC236}">
                <a16:creationId xmlns:a16="http://schemas.microsoft.com/office/drawing/2014/main" id="{07F9AECD-0E90-A730-2049-BB3269558AB9}"/>
              </a:ext>
            </a:extLst>
          </p:cNvPr>
          <p:cNvSpPr txBox="1">
            <a:spLocks/>
          </p:cNvSpPr>
          <p:nvPr/>
        </p:nvSpPr>
        <p:spPr>
          <a:xfrm>
            <a:off x="6005880" y="3450825"/>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rgbClr val="222328"/>
                </a:solidFill>
                <a:latin typeface="Inter Light" panose="02000503000000020004" pitchFamily="2" charset="0"/>
                <a:ea typeface="Inter Light" panose="02000503000000020004" pitchFamily="2" charset="0"/>
                <a:cs typeface="Poppins" pitchFamily="2" charset="77"/>
              </a:rPr>
              <a:t>Our Offer</a:t>
            </a:r>
          </a:p>
        </p:txBody>
      </p:sp>
      <p:sp>
        <p:nvSpPr>
          <p:cNvPr id="23" name="Title 1">
            <a:extLst>
              <a:ext uri="{FF2B5EF4-FFF2-40B4-BE49-F238E27FC236}">
                <a16:creationId xmlns:a16="http://schemas.microsoft.com/office/drawing/2014/main" id="{7780F0C1-CDB6-AA48-0B16-ED644F818F0C}"/>
              </a:ext>
            </a:extLst>
          </p:cNvPr>
          <p:cNvSpPr txBox="1">
            <a:spLocks/>
          </p:cNvSpPr>
          <p:nvPr/>
        </p:nvSpPr>
        <p:spPr>
          <a:xfrm>
            <a:off x="10467867" y="3447848"/>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5</a:t>
            </a:r>
          </a:p>
        </p:txBody>
      </p:sp>
      <p:sp>
        <p:nvSpPr>
          <p:cNvPr id="24" name="Subtitle 2">
            <a:extLst>
              <a:ext uri="{FF2B5EF4-FFF2-40B4-BE49-F238E27FC236}">
                <a16:creationId xmlns:a16="http://schemas.microsoft.com/office/drawing/2014/main" id="{1AE814EF-F7C6-6F70-3BF1-E3ECE975D167}"/>
              </a:ext>
            </a:extLst>
          </p:cNvPr>
          <p:cNvSpPr txBox="1">
            <a:spLocks/>
          </p:cNvSpPr>
          <p:nvPr/>
        </p:nvSpPr>
        <p:spPr>
          <a:xfrm>
            <a:off x="6005880" y="3755625"/>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rgbClr val="222328"/>
                </a:solidFill>
                <a:latin typeface="Inter Light" panose="02000503000000020004" pitchFamily="2" charset="0"/>
                <a:ea typeface="Inter Light" panose="02000503000000020004" pitchFamily="2" charset="0"/>
                <a:cs typeface="Poppins" pitchFamily="2" charset="77"/>
              </a:rPr>
              <a:t>Thank you</a:t>
            </a:r>
          </a:p>
        </p:txBody>
      </p:sp>
      <p:sp>
        <p:nvSpPr>
          <p:cNvPr id="25" name="Title 1">
            <a:extLst>
              <a:ext uri="{FF2B5EF4-FFF2-40B4-BE49-F238E27FC236}">
                <a16:creationId xmlns:a16="http://schemas.microsoft.com/office/drawing/2014/main" id="{BB1265FB-2BDB-DBA9-9D64-A4DFEB1029A8}"/>
              </a:ext>
            </a:extLst>
          </p:cNvPr>
          <p:cNvSpPr txBox="1">
            <a:spLocks/>
          </p:cNvSpPr>
          <p:nvPr/>
        </p:nvSpPr>
        <p:spPr>
          <a:xfrm>
            <a:off x="10467867" y="3752648"/>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6</a:t>
            </a:r>
          </a:p>
        </p:txBody>
      </p:sp>
      <p:sp>
        <p:nvSpPr>
          <p:cNvPr id="8" name="TextBox 7">
            <a:extLst>
              <a:ext uri="{FF2B5EF4-FFF2-40B4-BE49-F238E27FC236}">
                <a16:creationId xmlns:a16="http://schemas.microsoft.com/office/drawing/2014/main" id="{811AC9BB-E2C9-E919-EC44-8D5803414FF6}"/>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10" name="TextBox 9">
            <a:extLst>
              <a:ext uri="{FF2B5EF4-FFF2-40B4-BE49-F238E27FC236}">
                <a16:creationId xmlns:a16="http://schemas.microsoft.com/office/drawing/2014/main" id="{DBC31FEC-56C1-310C-BE64-8F43F0B64607}"/>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29" name="Straight Connector 28">
            <a:extLst>
              <a:ext uri="{FF2B5EF4-FFF2-40B4-BE49-F238E27FC236}">
                <a16:creationId xmlns:a16="http://schemas.microsoft.com/office/drawing/2014/main" id="{97B2EF23-AC33-2E0F-B1E5-EB03E0906E99}"/>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pic>
        <p:nvPicPr>
          <p:cNvPr id="5" name="Graphic 4">
            <a:extLst>
              <a:ext uri="{FF2B5EF4-FFF2-40B4-BE49-F238E27FC236}">
                <a16:creationId xmlns:a16="http://schemas.microsoft.com/office/drawing/2014/main" id="{F577DFFC-510B-1AC0-C3EB-D5EDDF553C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3" name="TextBox 2">
            <a:extLst>
              <a:ext uri="{FF2B5EF4-FFF2-40B4-BE49-F238E27FC236}">
                <a16:creationId xmlns:a16="http://schemas.microsoft.com/office/drawing/2014/main" id="{5202CE22-57CC-D645-3F91-711EE2657110}"/>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2388070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57F5F-37C1-33A7-FCEF-F996482F0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ECBFF-F1A4-3B0D-DAC9-B71F82ADDEE9}"/>
              </a:ext>
            </a:extLst>
          </p:cNvPr>
          <p:cNvSpPr>
            <a:spLocks noGrp="1"/>
          </p:cNvSpPr>
          <p:nvPr>
            <p:ph type="ctrTitle"/>
          </p:nvPr>
        </p:nvSpPr>
        <p:spPr>
          <a:xfrm>
            <a:off x="873713" y="2228036"/>
            <a:ext cx="3692939" cy="1777410"/>
          </a:xfrm>
        </p:spPr>
        <p:txBody>
          <a:bodyPr wrap="square">
            <a:spAutoFit/>
          </a:bodyPr>
          <a:lstStyle/>
          <a:p>
            <a:pPr algn="l"/>
            <a:r>
              <a:rPr lang="en-PL">
                <a:solidFill>
                  <a:srgbClr val="1E2A3E"/>
                </a:solidFill>
              </a:rPr>
              <a:t>Table of contents</a:t>
            </a:r>
            <a:endParaRPr lang="en-PL">
              <a:solidFill>
                <a:srgbClr val="1E2A3E"/>
              </a:solidFill>
              <a:cs typeface="Poppins" pitchFamily="2" charset="77"/>
            </a:endParaRPr>
          </a:p>
        </p:txBody>
      </p:sp>
      <p:sp>
        <p:nvSpPr>
          <p:cNvPr id="7" name="Subtitle 2">
            <a:extLst>
              <a:ext uri="{FF2B5EF4-FFF2-40B4-BE49-F238E27FC236}">
                <a16:creationId xmlns:a16="http://schemas.microsoft.com/office/drawing/2014/main" id="{D418EEB7-D5A3-0A12-A711-27247FF7660E}"/>
              </a:ext>
            </a:extLst>
          </p:cNvPr>
          <p:cNvSpPr txBox="1">
            <a:spLocks/>
          </p:cNvSpPr>
          <p:nvPr/>
        </p:nvSpPr>
        <p:spPr>
          <a:xfrm>
            <a:off x="6005880" y="2228036"/>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Our Story</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2" name="Title 1">
            <a:extLst>
              <a:ext uri="{FF2B5EF4-FFF2-40B4-BE49-F238E27FC236}">
                <a16:creationId xmlns:a16="http://schemas.microsoft.com/office/drawing/2014/main" id="{3C37576E-F505-3968-3700-127FB39C7F45}"/>
              </a:ext>
            </a:extLst>
          </p:cNvPr>
          <p:cNvSpPr txBox="1">
            <a:spLocks/>
          </p:cNvSpPr>
          <p:nvPr/>
        </p:nvSpPr>
        <p:spPr>
          <a:xfrm>
            <a:off x="6005880" y="1972911"/>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01</a:t>
            </a:r>
          </a:p>
        </p:txBody>
      </p:sp>
      <p:sp>
        <p:nvSpPr>
          <p:cNvPr id="9" name="Subtitle 2">
            <a:extLst>
              <a:ext uri="{FF2B5EF4-FFF2-40B4-BE49-F238E27FC236}">
                <a16:creationId xmlns:a16="http://schemas.microsoft.com/office/drawing/2014/main" id="{A44730E8-1463-47CB-74EF-89F7CE1B3085}"/>
              </a:ext>
            </a:extLst>
          </p:cNvPr>
          <p:cNvSpPr txBox="1">
            <a:spLocks/>
          </p:cNvSpPr>
          <p:nvPr/>
        </p:nvSpPr>
        <p:spPr>
          <a:xfrm>
            <a:off x="6005880" y="3134682"/>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Our Produt</a:t>
            </a:r>
          </a:p>
        </p:txBody>
      </p:sp>
      <p:sp>
        <p:nvSpPr>
          <p:cNvPr id="18" name="Subtitle 2">
            <a:extLst>
              <a:ext uri="{FF2B5EF4-FFF2-40B4-BE49-F238E27FC236}">
                <a16:creationId xmlns:a16="http://schemas.microsoft.com/office/drawing/2014/main" id="{B2500DF4-8BB9-F81F-9B9C-36529041272D}"/>
              </a:ext>
            </a:extLst>
          </p:cNvPr>
          <p:cNvSpPr txBox="1">
            <a:spLocks/>
          </p:cNvSpPr>
          <p:nvPr/>
        </p:nvSpPr>
        <p:spPr>
          <a:xfrm>
            <a:off x="6005880" y="3981295"/>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Our Team</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Title 1">
            <a:extLst>
              <a:ext uri="{FF2B5EF4-FFF2-40B4-BE49-F238E27FC236}">
                <a16:creationId xmlns:a16="http://schemas.microsoft.com/office/drawing/2014/main" id="{973908FF-FA98-A868-3FB4-CAC244B6EC9E}"/>
              </a:ext>
            </a:extLst>
          </p:cNvPr>
          <p:cNvSpPr txBox="1">
            <a:spLocks/>
          </p:cNvSpPr>
          <p:nvPr/>
        </p:nvSpPr>
        <p:spPr>
          <a:xfrm>
            <a:off x="6005880" y="2795871"/>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02</a:t>
            </a:r>
          </a:p>
        </p:txBody>
      </p:sp>
      <p:sp>
        <p:nvSpPr>
          <p:cNvPr id="6" name="Title 1">
            <a:extLst>
              <a:ext uri="{FF2B5EF4-FFF2-40B4-BE49-F238E27FC236}">
                <a16:creationId xmlns:a16="http://schemas.microsoft.com/office/drawing/2014/main" id="{8997AC41-735C-8CAD-6E9E-4D94BE075C4E}"/>
              </a:ext>
            </a:extLst>
          </p:cNvPr>
          <p:cNvSpPr txBox="1">
            <a:spLocks/>
          </p:cNvSpPr>
          <p:nvPr/>
        </p:nvSpPr>
        <p:spPr>
          <a:xfrm>
            <a:off x="6005880" y="3710271"/>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03</a:t>
            </a:r>
          </a:p>
        </p:txBody>
      </p:sp>
      <p:sp>
        <p:nvSpPr>
          <p:cNvPr id="8" name="Subtitle 2">
            <a:extLst>
              <a:ext uri="{FF2B5EF4-FFF2-40B4-BE49-F238E27FC236}">
                <a16:creationId xmlns:a16="http://schemas.microsoft.com/office/drawing/2014/main" id="{0B6EDEBC-5DCF-F3B3-EA9A-281DAF125F35}"/>
              </a:ext>
            </a:extLst>
          </p:cNvPr>
          <p:cNvSpPr txBox="1">
            <a:spLocks/>
          </p:cNvSpPr>
          <p:nvPr/>
        </p:nvSpPr>
        <p:spPr>
          <a:xfrm>
            <a:off x="8444280" y="2228036"/>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How we can help you</a:t>
            </a:r>
          </a:p>
        </p:txBody>
      </p:sp>
      <p:sp>
        <p:nvSpPr>
          <p:cNvPr id="10" name="Title 1">
            <a:extLst>
              <a:ext uri="{FF2B5EF4-FFF2-40B4-BE49-F238E27FC236}">
                <a16:creationId xmlns:a16="http://schemas.microsoft.com/office/drawing/2014/main" id="{B3B076C2-C6D4-C408-C715-B6EF34E010E5}"/>
              </a:ext>
            </a:extLst>
          </p:cNvPr>
          <p:cNvSpPr txBox="1">
            <a:spLocks/>
          </p:cNvSpPr>
          <p:nvPr/>
        </p:nvSpPr>
        <p:spPr>
          <a:xfrm>
            <a:off x="8444280" y="1972911"/>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04</a:t>
            </a:r>
          </a:p>
        </p:txBody>
      </p:sp>
      <p:sp>
        <p:nvSpPr>
          <p:cNvPr id="14" name="Subtitle 2">
            <a:extLst>
              <a:ext uri="{FF2B5EF4-FFF2-40B4-BE49-F238E27FC236}">
                <a16:creationId xmlns:a16="http://schemas.microsoft.com/office/drawing/2014/main" id="{74A67B0B-47C0-E911-9789-685F2DFFF4D6}"/>
              </a:ext>
            </a:extLst>
          </p:cNvPr>
          <p:cNvSpPr txBox="1">
            <a:spLocks/>
          </p:cNvSpPr>
          <p:nvPr/>
        </p:nvSpPr>
        <p:spPr>
          <a:xfrm>
            <a:off x="8444280" y="3134682"/>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Our Offer</a:t>
            </a:r>
          </a:p>
        </p:txBody>
      </p:sp>
      <p:sp>
        <p:nvSpPr>
          <p:cNvPr id="15" name="Subtitle 2">
            <a:extLst>
              <a:ext uri="{FF2B5EF4-FFF2-40B4-BE49-F238E27FC236}">
                <a16:creationId xmlns:a16="http://schemas.microsoft.com/office/drawing/2014/main" id="{D5499B06-5517-4811-B4B8-15C4B89FE232}"/>
              </a:ext>
            </a:extLst>
          </p:cNvPr>
          <p:cNvSpPr txBox="1">
            <a:spLocks/>
          </p:cNvSpPr>
          <p:nvPr/>
        </p:nvSpPr>
        <p:spPr>
          <a:xfrm>
            <a:off x="8444280" y="3981295"/>
            <a:ext cx="5084814" cy="30777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Thank you</a:t>
            </a:r>
          </a:p>
        </p:txBody>
      </p:sp>
      <p:sp>
        <p:nvSpPr>
          <p:cNvPr id="16" name="Title 1">
            <a:extLst>
              <a:ext uri="{FF2B5EF4-FFF2-40B4-BE49-F238E27FC236}">
                <a16:creationId xmlns:a16="http://schemas.microsoft.com/office/drawing/2014/main" id="{88F74A35-8029-953E-3C6D-45F141DA48BF}"/>
              </a:ext>
            </a:extLst>
          </p:cNvPr>
          <p:cNvSpPr txBox="1">
            <a:spLocks/>
          </p:cNvSpPr>
          <p:nvPr/>
        </p:nvSpPr>
        <p:spPr>
          <a:xfrm>
            <a:off x="8444280" y="2795871"/>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05</a:t>
            </a:r>
          </a:p>
        </p:txBody>
      </p:sp>
      <p:sp>
        <p:nvSpPr>
          <p:cNvPr id="26" name="Title 1">
            <a:extLst>
              <a:ext uri="{FF2B5EF4-FFF2-40B4-BE49-F238E27FC236}">
                <a16:creationId xmlns:a16="http://schemas.microsoft.com/office/drawing/2014/main" id="{0EC6A77E-93DD-EBE9-DE92-BCCEF46097B8}"/>
              </a:ext>
            </a:extLst>
          </p:cNvPr>
          <p:cNvSpPr txBox="1">
            <a:spLocks/>
          </p:cNvSpPr>
          <p:nvPr/>
        </p:nvSpPr>
        <p:spPr>
          <a:xfrm>
            <a:off x="8444280" y="3710271"/>
            <a:ext cx="489130"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D62293"/>
                </a:solidFill>
                <a:latin typeface="Inter Light" panose="02000503000000020004" pitchFamily="2" charset="0"/>
                <a:ea typeface="Inter Light" panose="02000503000000020004" pitchFamily="2" charset="0"/>
              </a:rPr>
              <a:t>06</a:t>
            </a:r>
          </a:p>
        </p:txBody>
      </p:sp>
      <p:sp>
        <p:nvSpPr>
          <p:cNvPr id="23" name="Rounded Rectangle 22">
            <a:extLst>
              <a:ext uri="{FF2B5EF4-FFF2-40B4-BE49-F238E27FC236}">
                <a16:creationId xmlns:a16="http://schemas.microsoft.com/office/drawing/2014/main" id="{455B955C-77E8-0E96-4B8A-F4E284BAA240}"/>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11" name="TextBox 10">
            <a:extLst>
              <a:ext uri="{FF2B5EF4-FFF2-40B4-BE49-F238E27FC236}">
                <a16:creationId xmlns:a16="http://schemas.microsoft.com/office/drawing/2014/main" id="{4B535776-314E-68C1-9A34-5E19A70C275C}"/>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D37C0DB9-EC26-886E-52BB-99A72071664F}"/>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13" name="Rounded Rectangle 12">
            <a:extLst>
              <a:ext uri="{FF2B5EF4-FFF2-40B4-BE49-F238E27FC236}">
                <a16:creationId xmlns:a16="http://schemas.microsoft.com/office/drawing/2014/main" id="{A164F76C-EE3C-18E6-4135-FF5B1556EFD9}"/>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19" name="TextBox 18">
            <a:extLst>
              <a:ext uri="{FF2B5EF4-FFF2-40B4-BE49-F238E27FC236}">
                <a16:creationId xmlns:a16="http://schemas.microsoft.com/office/drawing/2014/main" id="{2E4C7F19-3EAD-691F-7BDA-8555694D1C03}"/>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pic>
        <p:nvPicPr>
          <p:cNvPr id="21" name="Graphic 20">
            <a:extLst>
              <a:ext uri="{FF2B5EF4-FFF2-40B4-BE49-F238E27FC236}">
                <a16:creationId xmlns:a16="http://schemas.microsoft.com/office/drawing/2014/main" id="{BEC6856B-18BD-1690-AB83-1142EF57ED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5" name="TextBox 4">
            <a:extLst>
              <a:ext uri="{FF2B5EF4-FFF2-40B4-BE49-F238E27FC236}">
                <a16:creationId xmlns:a16="http://schemas.microsoft.com/office/drawing/2014/main" id="{7639F941-121D-CAAE-9A4A-C1E637FF5844}"/>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950918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77377-EB4B-5211-458C-DE53D387D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0BAD9-58FD-D7BA-39A4-A41A618841D3}"/>
              </a:ext>
            </a:extLst>
          </p:cNvPr>
          <p:cNvSpPr>
            <a:spLocks noGrp="1"/>
          </p:cNvSpPr>
          <p:nvPr>
            <p:ph type="ctrTitle"/>
          </p:nvPr>
        </p:nvSpPr>
        <p:spPr>
          <a:xfrm>
            <a:off x="721383" y="2299612"/>
            <a:ext cx="7402671" cy="775597"/>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8" name="Subtitle 2">
            <a:extLst>
              <a:ext uri="{FF2B5EF4-FFF2-40B4-BE49-F238E27FC236}">
                <a16:creationId xmlns:a16="http://schemas.microsoft.com/office/drawing/2014/main" id="{E3A5F589-3647-B9C5-CE4D-4ECFA74415D2}"/>
              </a:ext>
            </a:extLst>
          </p:cNvPr>
          <p:cNvSpPr txBox="1">
            <a:spLocks/>
          </p:cNvSpPr>
          <p:nvPr/>
        </p:nvSpPr>
        <p:spPr>
          <a:xfrm>
            <a:off x="721383" y="1952480"/>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9" name="Subtitle 2">
            <a:extLst>
              <a:ext uri="{FF2B5EF4-FFF2-40B4-BE49-F238E27FC236}">
                <a16:creationId xmlns:a16="http://schemas.microsoft.com/office/drawing/2014/main" id="{2E830EBB-028C-1D98-DC02-F41611F6EED7}"/>
              </a:ext>
            </a:extLst>
          </p:cNvPr>
          <p:cNvSpPr txBox="1">
            <a:spLocks/>
          </p:cNvSpPr>
          <p:nvPr/>
        </p:nvSpPr>
        <p:spPr>
          <a:xfrm>
            <a:off x="721383" y="3288889"/>
            <a:ext cx="6809658" cy="14773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2000">
                <a:solidFill>
                  <a:srgbClr val="1E2A3E"/>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Feugiat purus ac neque quisque. Et ipsum viverra ornare eget sit. Sit eget et phasellus ornare aliquam tempus.</a:t>
            </a:r>
            <a:endParaRPr lang="en-PL" sz="2000">
              <a:solidFill>
                <a:srgbClr val="1E2A3E"/>
              </a:solidFill>
              <a:latin typeface="Inter Light" panose="02000503000000020004" pitchFamily="2" charset="0"/>
              <a:ea typeface="Inter Light" panose="02000503000000020004" pitchFamily="2" charset="0"/>
              <a:cs typeface="Poppins" pitchFamily="2" charset="77"/>
            </a:endParaRPr>
          </a:p>
        </p:txBody>
      </p:sp>
      <p:sp>
        <p:nvSpPr>
          <p:cNvPr id="16" name="Rounded Rectangle 15">
            <a:extLst>
              <a:ext uri="{FF2B5EF4-FFF2-40B4-BE49-F238E27FC236}">
                <a16:creationId xmlns:a16="http://schemas.microsoft.com/office/drawing/2014/main" id="{AE287059-FEA8-A187-B170-C91B1875D786}"/>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81CE208A-03E5-3C97-380D-537C7B42F320}"/>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44E2577A-EFE6-DE91-89F7-426FF0DB7BE1}"/>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7" name="Rounded Rectangle 6">
            <a:extLst>
              <a:ext uri="{FF2B5EF4-FFF2-40B4-BE49-F238E27FC236}">
                <a16:creationId xmlns:a16="http://schemas.microsoft.com/office/drawing/2014/main" id="{1AD83825-C82F-7877-F754-8AD52A8C7BDC}"/>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10" name="TextBox 9">
            <a:extLst>
              <a:ext uri="{FF2B5EF4-FFF2-40B4-BE49-F238E27FC236}">
                <a16:creationId xmlns:a16="http://schemas.microsoft.com/office/drawing/2014/main" id="{C9AC1F89-C22B-B4C8-A4F4-405234296F0F}"/>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pic>
        <p:nvPicPr>
          <p:cNvPr id="11" name="Graphic 10">
            <a:extLst>
              <a:ext uri="{FF2B5EF4-FFF2-40B4-BE49-F238E27FC236}">
                <a16:creationId xmlns:a16="http://schemas.microsoft.com/office/drawing/2014/main" id="{EDC3330C-F793-DFA2-B397-38E5024373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3" name="TextBox 2">
            <a:extLst>
              <a:ext uri="{FF2B5EF4-FFF2-40B4-BE49-F238E27FC236}">
                <a16:creationId xmlns:a16="http://schemas.microsoft.com/office/drawing/2014/main" id="{01F99360-67FF-DBEA-DECD-CF5E04CA9E1A}"/>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1812260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A4CF7-633E-86B5-4D22-1C66130B4C38}"/>
            </a:ext>
          </a:extLst>
        </p:cNvPr>
        <p:cNvGrpSpPr/>
        <p:nvPr/>
      </p:nvGrpSpPr>
      <p:grpSpPr>
        <a:xfrm>
          <a:off x="0" y="0"/>
          <a:ext cx="0" cy="0"/>
          <a:chOff x="0" y="0"/>
          <a:chExt cx="0" cy="0"/>
        </a:xfrm>
      </p:grpSpPr>
      <p:sp>
        <p:nvSpPr>
          <p:cNvPr id="9" name="Subtitle 2">
            <a:extLst>
              <a:ext uri="{FF2B5EF4-FFF2-40B4-BE49-F238E27FC236}">
                <a16:creationId xmlns:a16="http://schemas.microsoft.com/office/drawing/2014/main" id="{65D45B07-A182-FC1C-FCBE-E1AB47FE9FAE}"/>
              </a:ext>
            </a:extLst>
          </p:cNvPr>
          <p:cNvSpPr txBox="1">
            <a:spLocks/>
          </p:cNvSpPr>
          <p:nvPr/>
        </p:nvSpPr>
        <p:spPr>
          <a:xfrm>
            <a:off x="721383" y="3288889"/>
            <a:ext cx="3535657" cy="13388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Subtitle 2">
            <a:extLst>
              <a:ext uri="{FF2B5EF4-FFF2-40B4-BE49-F238E27FC236}">
                <a16:creationId xmlns:a16="http://schemas.microsoft.com/office/drawing/2014/main" id="{7D844A17-FFAA-78B7-AB2F-B0FC5A00C354}"/>
              </a:ext>
            </a:extLst>
          </p:cNvPr>
          <p:cNvSpPr txBox="1">
            <a:spLocks/>
          </p:cNvSpPr>
          <p:nvPr/>
        </p:nvSpPr>
        <p:spPr>
          <a:xfrm>
            <a:off x="4470423" y="3288889"/>
            <a:ext cx="3535657" cy="13388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Title 1">
            <a:extLst>
              <a:ext uri="{FF2B5EF4-FFF2-40B4-BE49-F238E27FC236}">
                <a16:creationId xmlns:a16="http://schemas.microsoft.com/office/drawing/2014/main" id="{17646E33-C248-F179-00C8-9A8985436A0B}"/>
              </a:ext>
            </a:extLst>
          </p:cNvPr>
          <p:cNvSpPr txBox="1">
            <a:spLocks/>
          </p:cNvSpPr>
          <p:nvPr/>
        </p:nvSpPr>
        <p:spPr>
          <a:xfrm>
            <a:off x="721383" y="2299612"/>
            <a:ext cx="7402671" cy="775597"/>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pPr algn="l"/>
            <a:r>
              <a:rPr lang="en-PL" sz="4800">
                <a:solidFill>
                  <a:srgbClr val="1E2A3E"/>
                </a:solidFill>
              </a:rPr>
              <a:t>Presentation Deck</a:t>
            </a:r>
          </a:p>
        </p:txBody>
      </p:sp>
      <p:sp>
        <p:nvSpPr>
          <p:cNvPr id="20" name="Subtitle 2">
            <a:extLst>
              <a:ext uri="{FF2B5EF4-FFF2-40B4-BE49-F238E27FC236}">
                <a16:creationId xmlns:a16="http://schemas.microsoft.com/office/drawing/2014/main" id="{3FF25D84-CEB2-5236-DCFF-CC4AC47A4F6B}"/>
              </a:ext>
            </a:extLst>
          </p:cNvPr>
          <p:cNvSpPr txBox="1">
            <a:spLocks/>
          </p:cNvSpPr>
          <p:nvPr/>
        </p:nvSpPr>
        <p:spPr>
          <a:xfrm>
            <a:off x="721383" y="1952480"/>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22" name="Rounded Rectangle 21">
            <a:extLst>
              <a:ext uri="{FF2B5EF4-FFF2-40B4-BE49-F238E27FC236}">
                <a16:creationId xmlns:a16="http://schemas.microsoft.com/office/drawing/2014/main" id="{A94E40CB-36CE-E363-E9AA-3D9B50DD0F9F}"/>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5" name="TextBox 4">
            <a:extLst>
              <a:ext uri="{FF2B5EF4-FFF2-40B4-BE49-F238E27FC236}">
                <a16:creationId xmlns:a16="http://schemas.microsoft.com/office/drawing/2014/main" id="{9E505276-6FF1-734D-C46B-CDB050E72140}"/>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6" name="Straight Connector 5">
            <a:extLst>
              <a:ext uri="{FF2B5EF4-FFF2-40B4-BE49-F238E27FC236}">
                <a16:creationId xmlns:a16="http://schemas.microsoft.com/office/drawing/2014/main" id="{EA4972CE-5885-7B69-64DE-645764D33388}"/>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8" name="Rounded Rectangle 7">
            <a:extLst>
              <a:ext uri="{FF2B5EF4-FFF2-40B4-BE49-F238E27FC236}">
                <a16:creationId xmlns:a16="http://schemas.microsoft.com/office/drawing/2014/main" id="{69007068-EFBC-10D5-33F8-14B477B64B9E}"/>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11" name="TextBox 10">
            <a:extLst>
              <a:ext uri="{FF2B5EF4-FFF2-40B4-BE49-F238E27FC236}">
                <a16:creationId xmlns:a16="http://schemas.microsoft.com/office/drawing/2014/main" id="{F2F70C73-9075-3CEF-F50A-8B8A97BD5467}"/>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pic>
        <p:nvPicPr>
          <p:cNvPr id="13" name="Graphic 12">
            <a:extLst>
              <a:ext uri="{FF2B5EF4-FFF2-40B4-BE49-F238E27FC236}">
                <a16:creationId xmlns:a16="http://schemas.microsoft.com/office/drawing/2014/main" id="{762CB266-CDF9-FEA7-BC66-AD761EE04A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4" name="TextBox 3">
            <a:extLst>
              <a:ext uri="{FF2B5EF4-FFF2-40B4-BE49-F238E27FC236}">
                <a16:creationId xmlns:a16="http://schemas.microsoft.com/office/drawing/2014/main" id="{9ADBA8E7-31E3-239B-4F43-EC7B99ABA131}"/>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508871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FD956-0A75-32A3-B8FC-1E09F297BCE2}"/>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AC095514-D660-C6AC-FD48-85BD3E3D459C}"/>
              </a:ext>
            </a:extLst>
          </p:cNvPr>
          <p:cNvSpPr/>
          <p:nvPr/>
        </p:nvSpPr>
        <p:spPr>
          <a:xfrm>
            <a:off x="9556212" y="3353441"/>
            <a:ext cx="402827" cy="386704"/>
          </a:xfrm>
          <a:prstGeom prst="roundRect">
            <a:avLst>
              <a:gd name="adj" fmla="val 10370"/>
            </a:avLst>
          </a:prstGeom>
          <a:solidFill>
            <a:schemeClr val="bg1">
              <a:lumMod val="95000"/>
            </a:schemeClr>
          </a:solidFill>
          <a:ln w="12700">
            <a:noFill/>
          </a:ln>
        </p:spPr>
        <p:style>
          <a:lnRef idx="2">
            <a:schemeClr val="dk1"/>
          </a:lnRef>
          <a:fillRef idx="1">
            <a:schemeClr val="lt1"/>
          </a:fillRef>
          <a:effectRef idx="0">
            <a:schemeClr val="dk1"/>
          </a:effectRef>
          <a:fontRef idx="minor">
            <a:schemeClr val="dk1"/>
          </a:fontRef>
        </p:style>
        <p:txBody>
          <a:bodyPr rtlCol="0" anchor="ctr"/>
          <a:lstStyle/>
          <a:p>
            <a:endParaRPr lang="en-PL" sz="1200">
              <a:solidFill>
                <a:srgbClr val="222328"/>
              </a:solidFill>
            </a:endParaRPr>
          </a:p>
        </p:txBody>
      </p:sp>
      <p:sp>
        <p:nvSpPr>
          <p:cNvPr id="11" name="Rounded Rectangle 10">
            <a:extLst>
              <a:ext uri="{FF2B5EF4-FFF2-40B4-BE49-F238E27FC236}">
                <a16:creationId xmlns:a16="http://schemas.microsoft.com/office/drawing/2014/main" id="{0A51C146-0835-B0C6-56C0-0D9FCD6BD813}"/>
              </a:ext>
            </a:extLst>
          </p:cNvPr>
          <p:cNvSpPr/>
          <p:nvPr/>
        </p:nvSpPr>
        <p:spPr>
          <a:xfrm>
            <a:off x="5409452" y="3379462"/>
            <a:ext cx="402827" cy="386704"/>
          </a:xfrm>
          <a:prstGeom prst="roundRect">
            <a:avLst>
              <a:gd name="adj" fmla="val 10370"/>
            </a:avLst>
          </a:prstGeom>
          <a:solidFill>
            <a:schemeClr val="bg1">
              <a:lumMod val="95000"/>
            </a:schemeClr>
          </a:solidFill>
          <a:ln w="12700">
            <a:noFill/>
          </a:ln>
        </p:spPr>
        <p:style>
          <a:lnRef idx="2">
            <a:schemeClr val="dk1"/>
          </a:lnRef>
          <a:fillRef idx="1">
            <a:schemeClr val="lt1"/>
          </a:fillRef>
          <a:effectRef idx="0">
            <a:schemeClr val="dk1"/>
          </a:effectRef>
          <a:fontRef idx="minor">
            <a:schemeClr val="dk1"/>
          </a:fontRef>
        </p:style>
        <p:txBody>
          <a:bodyPr rtlCol="0" anchor="ctr"/>
          <a:lstStyle/>
          <a:p>
            <a:endParaRPr lang="en-PL" sz="1200">
              <a:solidFill>
                <a:srgbClr val="222328"/>
              </a:solidFill>
            </a:endParaRPr>
          </a:p>
        </p:txBody>
      </p:sp>
      <p:sp>
        <p:nvSpPr>
          <p:cNvPr id="8" name="Rounded Rectangle 7">
            <a:extLst>
              <a:ext uri="{FF2B5EF4-FFF2-40B4-BE49-F238E27FC236}">
                <a16:creationId xmlns:a16="http://schemas.microsoft.com/office/drawing/2014/main" id="{AD1BD0ED-D4D2-D6CA-5536-0950CB16D623}"/>
              </a:ext>
            </a:extLst>
          </p:cNvPr>
          <p:cNvSpPr/>
          <p:nvPr/>
        </p:nvSpPr>
        <p:spPr>
          <a:xfrm>
            <a:off x="2045255" y="3675297"/>
            <a:ext cx="402827" cy="386704"/>
          </a:xfrm>
          <a:prstGeom prst="roundRect">
            <a:avLst>
              <a:gd name="adj" fmla="val 10370"/>
            </a:avLst>
          </a:prstGeom>
          <a:solidFill>
            <a:schemeClr val="bg1">
              <a:lumMod val="95000"/>
            </a:schemeClr>
          </a:solidFill>
          <a:ln w="12700">
            <a:noFill/>
          </a:ln>
        </p:spPr>
        <p:style>
          <a:lnRef idx="2">
            <a:schemeClr val="dk1"/>
          </a:lnRef>
          <a:fillRef idx="1">
            <a:schemeClr val="lt1"/>
          </a:fillRef>
          <a:effectRef idx="0">
            <a:schemeClr val="dk1"/>
          </a:effectRef>
          <a:fontRef idx="minor">
            <a:schemeClr val="dk1"/>
          </a:fontRef>
        </p:style>
        <p:txBody>
          <a:bodyPr rtlCol="0" anchor="ctr"/>
          <a:lstStyle/>
          <a:p>
            <a:endParaRPr lang="en-PL" sz="1200">
              <a:solidFill>
                <a:srgbClr val="222328"/>
              </a:solidFill>
            </a:endParaRPr>
          </a:p>
        </p:txBody>
      </p:sp>
      <p:sp>
        <p:nvSpPr>
          <p:cNvPr id="9" name="Subtitle 2">
            <a:extLst>
              <a:ext uri="{FF2B5EF4-FFF2-40B4-BE49-F238E27FC236}">
                <a16:creationId xmlns:a16="http://schemas.microsoft.com/office/drawing/2014/main" id="{97C204A6-BB15-2A1E-4053-D65467F3D1A7}"/>
              </a:ext>
            </a:extLst>
          </p:cNvPr>
          <p:cNvSpPr txBox="1">
            <a:spLocks/>
          </p:cNvSpPr>
          <p:nvPr/>
        </p:nvSpPr>
        <p:spPr>
          <a:xfrm>
            <a:off x="721383" y="4254420"/>
            <a:ext cx="3535657" cy="120032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Subtitle 2">
            <a:extLst>
              <a:ext uri="{FF2B5EF4-FFF2-40B4-BE49-F238E27FC236}">
                <a16:creationId xmlns:a16="http://schemas.microsoft.com/office/drawing/2014/main" id="{A6B9307E-D4B9-794F-4C63-1D2B779CD676}"/>
              </a:ext>
            </a:extLst>
          </p:cNvPr>
          <p:cNvSpPr txBox="1">
            <a:spLocks/>
          </p:cNvSpPr>
          <p:nvPr/>
        </p:nvSpPr>
        <p:spPr>
          <a:xfrm>
            <a:off x="4470423" y="4254420"/>
            <a:ext cx="3535657" cy="120032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7" name="Subtitle 2">
            <a:extLst>
              <a:ext uri="{FF2B5EF4-FFF2-40B4-BE49-F238E27FC236}">
                <a16:creationId xmlns:a16="http://schemas.microsoft.com/office/drawing/2014/main" id="{55EE3032-96FB-46F0-9014-B37F3D761311}"/>
              </a:ext>
            </a:extLst>
          </p:cNvPr>
          <p:cNvSpPr txBox="1">
            <a:spLocks/>
          </p:cNvSpPr>
          <p:nvPr/>
        </p:nvSpPr>
        <p:spPr>
          <a:xfrm>
            <a:off x="8219463" y="4254420"/>
            <a:ext cx="3535657" cy="120032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13" name="Graphic 12">
            <a:extLst>
              <a:ext uri="{FF2B5EF4-FFF2-40B4-BE49-F238E27FC236}">
                <a16:creationId xmlns:a16="http://schemas.microsoft.com/office/drawing/2014/main" id="{ACC4DF04-6BE1-4B6E-C8A9-5623A7DA3CF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02191" y="3417069"/>
            <a:ext cx="644932" cy="644932"/>
          </a:xfrm>
          <a:prstGeom prst="rect">
            <a:avLst/>
          </a:prstGeom>
        </p:spPr>
      </p:pic>
      <p:pic>
        <p:nvPicPr>
          <p:cNvPr id="16" name="Graphic 15">
            <a:extLst>
              <a:ext uri="{FF2B5EF4-FFF2-40B4-BE49-F238E27FC236}">
                <a16:creationId xmlns:a16="http://schemas.microsoft.com/office/drawing/2014/main" id="{29B0287B-EF04-67C4-05B7-E6DDD179A0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9128" y="3353441"/>
            <a:ext cx="607370" cy="607370"/>
          </a:xfrm>
          <a:prstGeom prst="rect">
            <a:avLst/>
          </a:prstGeom>
        </p:spPr>
      </p:pic>
      <p:pic>
        <p:nvPicPr>
          <p:cNvPr id="18" name="Graphic 17">
            <a:extLst>
              <a:ext uri="{FF2B5EF4-FFF2-40B4-BE49-F238E27FC236}">
                <a16:creationId xmlns:a16="http://schemas.microsoft.com/office/drawing/2014/main" id="{C83AC2A3-04DB-DE5E-5A21-21857AEEEE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58827" y="3358564"/>
            <a:ext cx="644932" cy="644932"/>
          </a:xfrm>
          <a:prstGeom prst="rect">
            <a:avLst/>
          </a:prstGeom>
        </p:spPr>
      </p:pic>
      <p:sp>
        <p:nvSpPr>
          <p:cNvPr id="24" name="Title 1">
            <a:extLst>
              <a:ext uri="{FF2B5EF4-FFF2-40B4-BE49-F238E27FC236}">
                <a16:creationId xmlns:a16="http://schemas.microsoft.com/office/drawing/2014/main" id="{37E6167F-DC28-4013-8A72-3BFA42D1C23B}"/>
              </a:ext>
            </a:extLst>
          </p:cNvPr>
          <p:cNvSpPr txBox="1">
            <a:spLocks/>
          </p:cNvSpPr>
          <p:nvPr/>
        </p:nvSpPr>
        <p:spPr>
          <a:xfrm>
            <a:off x="721383" y="1827983"/>
            <a:ext cx="7402671" cy="775597"/>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pPr algn="l"/>
            <a:r>
              <a:rPr lang="en-PL" sz="4800">
                <a:solidFill>
                  <a:srgbClr val="1E2A3E"/>
                </a:solidFill>
              </a:rPr>
              <a:t>Presentation Deck</a:t>
            </a:r>
          </a:p>
        </p:txBody>
      </p:sp>
      <p:sp>
        <p:nvSpPr>
          <p:cNvPr id="25" name="Subtitle 2">
            <a:extLst>
              <a:ext uri="{FF2B5EF4-FFF2-40B4-BE49-F238E27FC236}">
                <a16:creationId xmlns:a16="http://schemas.microsoft.com/office/drawing/2014/main" id="{5AF2C9D9-6D42-B764-85B9-D12B807CA468}"/>
              </a:ext>
            </a:extLst>
          </p:cNvPr>
          <p:cNvSpPr txBox="1">
            <a:spLocks/>
          </p:cNvSpPr>
          <p:nvPr/>
        </p:nvSpPr>
        <p:spPr>
          <a:xfrm>
            <a:off x="721383" y="148085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27" name="Rounded Rectangle 26">
            <a:extLst>
              <a:ext uri="{FF2B5EF4-FFF2-40B4-BE49-F238E27FC236}">
                <a16:creationId xmlns:a16="http://schemas.microsoft.com/office/drawing/2014/main" id="{A19170D7-5E22-622B-5BB4-815339A319F8}"/>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5" name="TextBox 4">
            <a:extLst>
              <a:ext uri="{FF2B5EF4-FFF2-40B4-BE49-F238E27FC236}">
                <a16:creationId xmlns:a16="http://schemas.microsoft.com/office/drawing/2014/main" id="{FB014900-55B4-35F5-E359-369DBD80E51F}"/>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6" name="Straight Connector 5">
            <a:extLst>
              <a:ext uri="{FF2B5EF4-FFF2-40B4-BE49-F238E27FC236}">
                <a16:creationId xmlns:a16="http://schemas.microsoft.com/office/drawing/2014/main" id="{5D33A6A9-7252-A99D-0E74-13EF43986222}"/>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14" name="Rounded Rectangle 13">
            <a:extLst>
              <a:ext uri="{FF2B5EF4-FFF2-40B4-BE49-F238E27FC236}">
                <a16:creationId xmlns:a16="http://schemas.microsoft.com/office/drawing/2014/main" id="{0BCC7392-D0ED-E134-5F5A-EBE861E4FFE4}"/>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5" name="Graphic 14">
            <a:extLst>
              <a:ext uri="{FF2B5EF4-FFF2-40B4-BE49-F238E27FC236}">
                <a16:creationId xmlns:a16="http://schemas.microsoft.com/office/drawing/2014/main" id="{A21CFE7A-2FBF-B505-1CDA-37CDEB1599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0939" y="156501"/>
            <a:ext cx="1811085" cy="887959"/>
          </a:xfrm>
          <a:prstGeom prst="rect">
            <a:avLst/>
          </a:prstGeom>
        </p:spPr>
      </p:pic>
      <p:sp>
        <p:nvSpPr>
          <p:cNvPr id="17" name="TextBox 16">
            <a:extLst>
              <a:ext uri="{FF2B5EF4-FFF2-40B4-BE49-F238E27FC236}">
                <a16:creationId xmlns:a16="http://schemas.microsoft.com/office/drawing/2014/main" id="{3B5379EB-9DDD-2C84-CC99-BBF1F78783E9}"/>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4" name="TextBox 3">
            <a:extLst>
              <a:ext uri="{FF2B5EF4-FFF2-40B4-BE49-F238E27FC236}">
                <a16:creationId xmlns:a16="http://schemas.microsoft.com/office/drawing/2014/main" id="{FF1D9CCF-B05C-EAA0-BB67-BEE823A36E42}"/>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2778743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9EE79-AA73-669E-ABFC-5E9B540EB17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94994021-51A5-2BE9-5A59-5AFAA87D3C2F}"/>
              </a:ext>
            </a:extLst>
          </p:cNvPr>
          <p:cNvSpPr/>
          <p:nvPr/>
        </p:nvSpPr>
        <p:spPr>
          <a:xfrm>
            <a:off x="-929" y="2986928"/>
            <a:ext cx="12192929" cy="2227197"/>
          </a:xfrm>
          <a:prstGeom prst="rect">
            <a:avLst/>
          </a:prstGeom>
          <a:solidFill>
            <a:srgbClr val="222328"/>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solidFill>
                <a:srgbClr val="1E2A3E"/>
              </a:solidFill>
            </a:endParaRPr>
          </a:p>
        </p:txBody>
      </p:sp>
      <p:sp>
        <p:nvSpPr>
          <p:cNvPr id="10" name="Title 1">
            <a:extLst>
              <a:ext uri="{FF2B5EF4-FFF2-40B4-BE49-F238E27FC236}">
                <a16:creationId xmlns:a16="http://schemas.microsoft.com/office/drawing/2014/main" id="{69BCEFE6-ADA7-0ACE-CFDC-05D25109B227}"/>
              </a:ext>
            </a:extLst>
          </p:cNvPr>
          <p:cNvSpPr txBox="1">
            <a:spLocks/>
          </p:cNvSpPr>
          <p:nvPr/>
        </p:nvSpPr>
        <p:spPr>
          <a:xfrm>
            <a:off x="509937" y="3233096"/>
            <a:ext cx="489130" cy="1865126"/>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2800">
                <a:solidFill>
                  <a:schemeClr val="bg1"/>
                </a:solidFill>
                <a:latin typeface="Inter Light" panose="02000503000000020004" pitchFamily="2" charset="0"/>
                <a:ea typeface="Inter Light" panose="02000503000000020004" pitchFamily="2" charset="0"/>
              </a:rPr>
              <a:t>1</a:t>
            </a:r>
          </a:p>
        </p:txBody>
      </p:sp>
      <p:sp>
        <p:nvSpPr>
          <p:cNvPr id="16" name="Title 1">
            <a:extLst>
              <a:ext uri="{FF2B5EF4-FFF2-40B4-BE49-F238E27FC236}">
                <a16:creationId xmlns:a16="http://schemas.microsoft.com/office/drawing/2014/main" id="{00853A80-A6FA-DCE7-9FA8-742EAE7C48DA}"/>
              </a:ext>
            </a:extLst>
          </p:cNvPr>
          <p:cNvSpPr txBox="1">
            <a:spLocks/>
          </p:cNvSpPr>
          <p:nvPr/>
        </p:nvSpPr>
        <p:spPr>
          <a:xfrm>
            <a:off x="3981270" y="3233096"/>
            <a:ext cx="489130" cy="1865126"/>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2800">
                <a:solidFill>
                  <a:schemeClr val="bg1"/>
                </a:solidFill>
                <a:latin typeface="Inter Light" panose="02000503000000020004" pitchFamily="2" charset="0"/>
                <a:ea typeface="Inter Light" panose="02000503000000020004" pitchFamily="2" charset="0"/>
              </a:rPr>
              <a:t>2</a:t>
            </a:r>
          </a:p>
        </p:txBody>
      </p:sp>
      <p:sp>
        <p:nvSpPr>
          <p:cNvPr id="19" name="Title 1">
            <a:extLst>
              <a:ext uri="{FF2B5EF4-FFF2-40B4-BE49-F238E27FC236}">
                <a16:creationId xmlns:a16="http://schemas.microsoft.com/office/drawing/2014/main" id="{64D74811-D090-147A-15E2-6AF3A42AE06F}"/>
              </a:ext>
            </a:extLst>
          </p:cNvPr>
          <p:cNvSpPr txBox="1">
            <a:spLocks/>
          </p:cNvSpPr>
          <p:nvPr/>
        </p:nvSpPr>
        <p:spPr>
          <a:xfrm>
            <a:off x="7680290" y="3249244"/>
            <a:ext cx="489130" cy="1865126"/>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2800">
                <a:solidFill>
                  <a:schemeClr val="bg1"/>
                </a:solidFill>
                <a:latin typeface="Inter Light" panose="02000503000000020004" pitchFamily="2" charset="0"/>
                <a:ea typeface="Inter Light" panose="02000503000000020004" pitchFamily="2" charset="0"/>
              </a:rPr>
              <a:t>3</a:t>
            </a:r>
          </a:p>
        </p:txBody>
      </p:sp>
      <p:sp>
        <p:nvSpPr>
          <p:cNvPr id="20" name="Subtitle 2">
            <a:extLst>
              <a:ext uri="{FF2B5EF4-FFF2-40B4-BE49-F238E27FC236}">
                <a16:creationId xmlns:a16="http://schemas.microsoft.com/office/drawing/2014/main" id="{1AFCED4B-3298-58EE-C31F-F24CA9A94FBC}"/>
              </a:ext>
            </a:extLst>
          </p:cNvPr>
          <p:cNvSpPr txBox="1">
            <a:spLocks/>
          </p:cNvSpPr>
          <p:nvPr/>
        </p:nvSpPr>
        <p:spPr>
          <a:xfrm>
            <a:off x="1108443" y="3410867"/>
            <a:ext cx="2445150" cy="12557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chemeClr val="bg1"/>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bg1"/>
              </a:solidFill>
              <a:latin typeface="Inter Light" panose="02000503000000020004" pitchFamily="2" charset="0"/>
              <a:ea typeface="Inter Light" panose="02000503000000020004" pitchFamily="2" charset="0"/>
              <a:cs typeface="Poppins" pitchFamily="2" charset="77"/>
            </a:endParaRPr>
          </a:p>
        </p:txBody>
      </p:sp>
      <p:sp>
        <p:nvSpPr>
          <p:cNvPr id="21" name="Subtitle 2">
            <a:extLst>
              <a:ext uri="{FF2B5EF4-FFF2-40B4-BE49-F238E27FC236}">
                <a16:creationId xmlns:a16="http://schemas.microsoft.com/office/drawing/2014/main" id="{9CB03599-E03F-3B52-E8A3-8757697E2ABC}"/>
              </a:ext>
            </a:extLst>
          </p:cNvPr>
          <p:cNvSpPr txBox="1">
            <a:spLocks/>
          </p:cNvSpPr>
          <p:nvPr/>
        </p:nvSpPr>
        <p:spPr>
          <a:xfrm>
            <a:off x="4819360" y="3410867"/>
            <a:ext cx="2445150" cy="12557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chemeClr val="bg1"/>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bg1"/>
              </a:solidFill>
              <a:latin typeface="Inter Light" panose="02000503000000020004" pitchFamily="2" charset="0"/>
              <a:ea typeface="Inter Light" panose="02000503000000020004" pitchFamily="2" charset="0"/>
              <a:cs typeface="Poppins" pitchFamily="2" charset="77"/>
            </a:endParaRPr>
          </a:p>
        </p:txBody>
      </p:sp>
      <p:sp>
        <p:nvSpPr>
          <p:cNvPr id="22" name="Subtitle 2">
            <a:extLst>
              <a:ext uri="{FF2B5EF4-FFF2-40B4-BE49-F238E27FC236}">
                <a16:creationId xmlns:a16="http://schemas.microsoft.com/office/drawing/2014/main" id="{0FDD3296-EA17-C582-9C16-B2F8D53E38A1}"/>
              </a:ext>
            </a:extLst>
          </p:cNvPr>
          <p:cNvSpPr txBox="1">
            <a:spLocks/>
          </p:cNvSpPr>
          <p:nvPr/>
        </p:nvSpPr>
        <p:spPr>
          <a:xfrm>
            <a:off x="8585200" y="3410867"/>
            <a:ext cx="2445150" cy="12557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chemeClr val="bg1"/>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bg1"/>
              </a:solidFill>
              <a:latin typeface="Inter Light" panose="02000503000000020004" pitchFamily="2" charset="0"/>
              <a:ea typeface="Inter Light" panose="02000503000000020004" pitchFamily="2" charset="0"/>
              <a:cs typeface="Poppins" pitchFamily="2" charset="77"/>
            </a:endParaRPr>
          </a:p>
        </p:txBody>
      </p:sp>
      <p:sp>
        <p:nvSpPr>
          <p:cNvPr id="17" name="Rounded Rectangle 16">
            <a:extLst>
              <a:ext uri="{FF2B5EF4-FFF2-40B4-BE49-F238E27FC236}">
                <a16:creationId xmlns:a16="http://schemas.microsoft.com/office/drawing/2014/main" id="{48EBC402-D99E-9B4C-81FF-594526ACD141}"/>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25" name="Title 1">
            <a:extLst>
              <a:ext uri="{FF2B5EF4-FFF2-40B4-BE49-F238E27FC236}">
                <a16:creationId xmlns:a16="http://schemas.microsoft.com/office/drawing/2014/main" id="{853A850D-F1E8-4273-DC66-5ABE931689AD}"/>
              </a:ext>
            </a:extLst>
          </p:cNvPr>
          <p:cNvSpPr txBox="1">
            <a:spLocks/>
          </p:cNvSpPr>
          <p:nvPr/>
        </p:nvSpPr>
        <p:spPr>
          <a:xfrm>
            <a:off x="721383" y="1827983"/>
            <a:ext cx="7402671" cy="775597"/>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pPr algn="l"/>
            <a:r>
              <a:rPr lang="en-PL" sz="4800">
                <a:solidFill>
                  <a:srgbClr val="1E2A3E"/>
                </a:solidFill>
              </a:rPr>
              <a:t>Presentation Deck</a:t>
            </a:r>
          </a:p>
        </p:txBody>
      </p:sp>
      <p:sp>
        <p:nvSpPr>
          <p:cNvPr id="26" name="Subtitle 2">
            <a:extLst>
              <a:ext uri="{FF2B5EF4-FFF2-40B4-BE49-F238E27FC236}">
                <a16:creationId xmlns:a16="http://schemas.microsoft.com/office/drawing/2014/main" id="{F47F74F9-C714-CFD5-5DED-B8F1FE3E5B02}"/>
              </a:ext>
            </a:extLst>
          </p:cNvPr>
          <p:cNvSpPr txBox="1">
            <a:spLocks/>
          </p:cNvSpPr>
          <p:nvPr/>
        </p:nvSpPr>
        <p:spPr>
          <a:xfrm>
            <a:off x="721383" y="148085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5" name="TextBox 4">
            <a:extLst>
              <a:ext uri="{FF2B5EF4-FFF2-40B4-BE49-F238E27FC236}">
                <a16:creationId xmlns:a16="http://schemas.microsoft.com/office/drawing/2014/main" id="{ADC0D0CE-D303-A2B9-AF3D-A87889193C9F}"/>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6" name="Straight Connector 5">
            <a:extLst>
              <a:ext uri="{FF2B5EF4-FFF2-40B4-BE49-F238E27FC236}">
                <a16:creationId xmlns:a16="http://schemas.microsoft.com/office/drawing/2014/main" id="{3D977B6D-26A1-B68F-4670-31E5E2F5132C}"/>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8" name="Rounded Rectangle 7">
            <a:extLst>
              <a:ext uri="{FF2B5EF4-FFF2-40B4-BE49-F238E27FC236}">
                <a16:creationId xmlns:a16="http://schemas.microsoft.com/office/drawing/2014/main" id="{6BCB493D-0586-0FB9-A9F2-B0A8E4282236}"/>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9" name="Graphic 8">
            <a:extLst>
              <a:ext uri="{FF2B5EF4-FFF2-40B4-BE49-F238E27FC236}">
                <a16:creationId xmlns:a16="http://schemas.microsoft.com/office/drawing/2014/main" id="{D5EFD99F-2BBE-DDE3-8D07-610A4EA852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1" name="TextBox 10">
            <a:extLst>
              <a:ext uri="{FF2B5EF4-FFF2-40B4-BE49-F238E27FC236}">
                <a16:creationId xmlns:a16="http://schemas.microsoft.com/office/drawing/2014/main" id="{4E791A12-03A8-2847-1DE4-B4F83543943C}"/>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3" name="TextBox 2">
            <a:extLst>
              <a:ext uri="{FF2B5EF4-FFF2-40B4-BE49-F238E27FC236}">
                <a16:creationId xmlns:a16="http://schemas.microsoft.com/office/drawing/2014/main" id="{A3641768-A5FD-6C89-64BC-CC414C6B61BD}"/>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1888120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C40E4-ED1E-2792-72E0-86503C806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4180C-125F-900F-E764-6B3FA389B6BD}"/>
              </a:ext>
            </a:extLst>
          </p:cNvPr>
          <p:cNvSpPr>
            <a:spLocks noGrp="1"/>
          </p:cNvSpPr>
          <p:nvPr>
            <p:ph type="ctrTitle"/>
          </p:nvPr>
        </p:nvSpPr>
        <p:spPr>
          <a:xfrm>
            <a:off x="509937" y="1697376"/>
            <a:ext cx="4773263" cy="1440394"/>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9" name="Subtitle 2">
            <a:extLst>
              <a:ext uri="{FF2B5EF4-FFF2-40B4-BE49-F238E27FC236}">
                <a16:creationId xmlns:a16="http://schemas.microsoft.com/office/drawing/2014/main" id="{0E9F502A-6C11-82EB-1EB1-F4725F706F2F}"/>
              </a:ext>
            </a:extLst>
          </p:cNvPr>
          <p:cNvSpPr txBox="1">
            <a:spLocks/>
          </p:cNvSpPr>
          <p:nvPr/>
        </p:nvSpPr>
        <p:spPr>
          <a:xfrm>
            <a:off x="721383" y="4460547"/>
            <a:ext cx="3535657" cy="13388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Subtitle 2">
            <a:extLst>
              <a:ext uri="{FF2B5EF4-FFF2-40B4-BE49-F238E27FC236}">
                <a16:creationId xmlns:a16="http://schemas.microsoft.com/office/drawing/2014/main" id="{FED4C73B-80F4-EE92-6620-4744B500364D}"/>
              </a:ext>
            </a:extLst>
          </p:cNvPr>
          <p:cNvSpPr txBox="1">
            <a:spLocks/>
          </p:cNvSpPr>
          <p:nvPr/>
        </p:nvSpPr>
        <p:spPr>
          <a:xfrm>
            <a:off x="4470423" y="4460547"/>
            <a:ext cx="3535657" cy="13388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7" name="Subtitle 2">
            <a:extLst>
              <a:ext uri="{FF2B5EF4-FFF2-40B4-BE49-F238E27FC236}">
                <a16:creationId xmlns:a16="http://schemas.microsoft.com/office/drawing/2014/main" id="{501CEE55-207F-24F5-F4F9-55E33135468E}"/>
              </a:ext>
            </a:extLst>
          </p:cNvPr>
          <p:cNvSpPr txBox="1">
            <a:spLocks/>
          </p:cNvSpPr>
          <p:nvPr/>
        </p:nvSpPr>
        <p:spPr>
          <a:xfrm>
            <a:off x="8219463" y="4460547"/>
            <a:ext cx="3535657" cy="133882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0" name="Subtitle 2">
            <a:extLst>
              <a:ext uri="{FF2B5EF4-FFF2-40B4-BE49-F238E27FC236}">
                <a16:creationId xmlns:a16="http://schemas.microsoft.com/office/drawing/2014/main" id="{9E194914-00C0-48F0-5352-73A7D3199BD8}"/>
              </a:ext>
            </a:extLst>
          </p:cNvPr>
          <p:cNvSpPr txBox="1">
            <a:spLocks/>
          </p:cNvSpPr>
          <p:nvPr/>
        </p:nvSpPr>
        <p:spPr>
          <a:xfrm>
            <a:off x="5569872" y="1815163"/>
            <a:ext cx="5971724"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8" name="Subtitle 2">
            <a:extLst>
              <a:ext uri="{FF2B5EF4-FFF2-40B4-BE49-F238E27FC236}">
                <a16:creationId xmlns:a16="http://schemas.microsoft.com/office/drawing/2014/main" id="{06B5EB91-9EB0-7E19-E47E-D9FCAC5C5275}"/>
              </a:ext>
            </a:extLst>
          </p:cNvPr>
          <p:cNvSpPr txBox="1">
            <a:spLocks/>
          </p:cNvSpPr>
          <p:nvPr/>
        </p:nvSpPr>
        <p:spPr>
          <a:xfrm>
            <a:off x="520339" y="1348819"/>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24" name="Rounded Rectangle 23">
            <a:extLst>
              <a:ext uri="{FF2B5EF4-FFF2-40B4-BE49-F238E27FC236}">
                <a16:creationId xmlns:a16="http://schemas.microsoft.com/office/drawing/2014/main" id="{4E3C7E80-DC8D-4ED7-112C-AFC5EA08C47A}"/>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2F8D9366-8840-09C9-F2DC-480C41ED800B}"/>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774A2D33-C697-C0DA-E093-12B53F805FFA}"/>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25" name="Rounded Rectangle 24">
            <a:extLst>
              <a:ext uri="{FF2B5EF4-FFF2-40B4-BE49-F238E27FC236}">
                <a16:creationId xmlns:a16="http://schemas.microsoft.com/office/drawing/2014/main" id="{9C29A528-1F61-9886-B1E0-425FED894BF8}"/>
              </a:ext>
            </a:extLst>
          </p:cNvPr>
          <p:cNvSpPr/>
          <p:nvPr/>
        </p:nvSpPr>
        <p:spPr>
          <a:xfrm>
            <a:off x="721383" y="3992343"/>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pic>
        <p:nvPicPr>
          <p:cNvPr id="26" name="Graphic 25">
            <a:extLst>
              <a:ext uri="{FF2B5EF4-FFF2-40B4-BE49-F238E27FC236}">
                <a16:creationId xmlns:a16="http://schemas.microsoft.com/office/drawing/2014/main" id="{EF58A6A0-206E-9204-9754-A612EC509B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0721" y="4022909"/>
            <a:ext cx="228600" cy="228600"/>
          </a:xfrm>
          <a:prstGeom prst="rect">
            <a:avLst/>
          </a:prstGeom>
        </p:spPr>
      </p:pic>
      <p:sp>
        <p:nvSpPr>
          <p:cNvPr id="27" name="Rounded Rectangle 26">
            <a:extLst>
              <a:ext uri="{FF2B5EF4-FFF2-40B4-BE49-F238E27FC236}">
                <a16:creationId xmlns:a16="http://schemas.microsoft.com/office/drawing/2014/main" id="{405FFF81-CF31-D194-4E5B-B86780CCE5DE}"/>
              </a:ext>
            </a:extLst>
          </p:cNvPr>
          <p:cNvSpPr/>
          <p:nvPr/>
        </p:nvSpPr>
        <p:spPr>
          <a:xfrm>
            <a:off x="4469667" y="3992343"/>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pic>
        <p:nvPicPr>
          <p:cNvPr id="29" name="Graphic 28">
            <a:extLst>
              <a:ext uri="{FF2B5EF4-FFF2-40B4-BE49-F238E27FC236}">
                <a16:creationId xmlns:a16="http://schemas.microsoft.com/office/drawing/2014/main" id="{3C5B5FAC-B9FF-B935-A197-8DF2591568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79005" y="4022909"/>
            <a:ext cx="228600" cy="228600"/>
          </a:xfrm>
          <a:prstGeom prst="rect">
            <a:avLst/>
          </a:prstGeom>
        </p:spPr>
      </p:pic>
      <p:sp>
        <p:nvSpPr>
          <p:cNvPr id="30" name="Rounded Rectangle 29">
            <a:extLst>
              <a:ext uri="{FF2B5EF4-FFF2-40B4-BE49-F238E27FC236}">
                <a16:creationId xmlns:a16="http://schemas.microsoft.com/office/drawing/2014/main" id="{E5802617-16A5-AC3A-5FEF-58E7487DE312}"/>
              </a:ext>
            </a:extLst>
          </p:cNvPr>
          <p:cNvSpPr/>
          <p:nvPr/>
        </p:nvSpPr>
        <p:spPr>
          <a:xfrm>
            <a:off x="8217951" y="3992343"/>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pic>
        <p:nvPicPr>
          <p:cNvPr id="31" name="Graphic 30">
            <a:extLst>
              <a:ext uri="{FF2B5EF4-FFF2-40B4-BE49-F238E27FC236}">
                <a16:creationId xmlns:a16="http://schemas.microsoft.com/office/drawing/2014/main" id="{FCD3BCAC-D4B4-0BD8-B61D-C239DE1A04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7289" y="4022909"/>
            <a:ext cx="228600" cy="228600"/>
          </a:xfrm>
          <a:prstGeom prst="rect">
            <a:avLst/>
          </a:prstGeom>
        </p:spPr>
      </p:pic>
      <p:sp>
        <p:nvSpPr>
          <p:cNvPr id="32" name="Rounded Rectangle 31">
            <a:extLst>
              <a:ext uri="{FF2B5EF4-FFF2-40B4-BE49-F238E27FC236}">
                <a16:creationId xmlns:a16="http://schemas.microsoft.com/office/drawing/2014/main" id="{FA7A6106-DFF3-0776-D278-91A5108EBC8C}"/>
              </a:ext>
            </a:extLst>
          </p:cNvPr>
          <p:cNvSpPr/>
          <p:nvPr/>
        </p:nvSpPr>
        <p:spPr>
          <a:xfrm>
            <a:off x="721383" y="3635127"/>
            <a:ext cx="1239519" cy="265275"/>
          </a:xfrm>
          <a:prstGeom prst="roundRect">
            <a:avLst>
              <a:gd name="adj" fmla="val 18675"/>
            </a:avLst>
          </a:prstGeom>
          <a:solidFill>
            <a:srgbClr val="1E2A3E"/>
          </a:solidFill>
          <a:ln w="635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chemeClr val="bg1"/>
                </a:solidFill>
                <a:latin typeface="Inter" panose="02000503000000020004" pitchFamily="2" charset="0"/>
                <a:ea typeface="Inter" panose="02000503000000020004" pitchFamily="2" charset="0"/>
              </a:rPr>
              <a:t>Primary Cluster</a:t>
            </a:r>
            <a:endParaRPr lang="en-PL" sz="1000">
              <a:solidFill>
                <a:schemeClr val="bg1"/>
              </a:solidFill>
              <a:latin typeface="Inter" panose="02000503000000020004" pitchFamily="2" charset="0"/>
              <a:ea typeface="Inter" panose="02000503000000020004" pitchFamily="2" charset="0"/>
            </a:endParaRPr>
          </a:p>
        </p:txBody>
      </p:sp>
      <p:sp>
        <p:nvSpPr>
          <p:cNvPr id="33" name="Rounded Rectangle 32">
            <a:extLst>
              <a:ext uri="{FF2B5EF4-FFF2-40B4-BE49-F238E27FC236}">
                <a16:creationId xmlns:a16="http://schemas.microsoft.com/office/drawing/2014/main" id="{6677FFB3-4A3E-6F53-DA3D-E9E37302D50C}"/>
              </a:ext>
            </a:extLst>
          </p:cNvPr>
          <p:cNvSpPr/>
          <p:nvPr/>
        </p:nvSpPr>
        <p:spPr>
          <a:xfrm>
            <a:off x="4477224" y="3635127"/>
            <a:ext cx="1239519" cy="265275"/>
          </a:xfrm>
          <a:prstGeom prst="roundRect">
            <a:avLst>
              <a:gd name="adj" fmla="val 18675"/>
            </a:avLst>
          </a:prstGeom>
          <a:solidFill>
            <a:srgbClr val="1E2A3E"/>
          </a:solidFill>
          <a:ln w="635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chemeClr val="bg1"/>
                </a:solidFill>
                <a:latin typeface="Inter" panose="02000503000000020004" pitchFamily="2" charset="0"/>
                <a:ea typeface="Inter" panose="02000503000000020004" pitchFamily="2" charset="0"/>
              </a:rPr>
              <a:t>Primary Cluster</a:t>
            </a:r>
            <a:endParaRPr lang="en-PL" sz="1000">
              <a:solidFill>
                <a:schemeClr val="bg1"/>
              </a:solidFill>
              <a:latin typeface="Inter" panose="02000503000000020004" pitchFamily="2" charset="0"/>
              <a:ea typeface="Inter" panose="02000503000000020004" pitchFamily="2" charset="0"/>
            </a:endParaRPr>
          </a:p>
        </p:txBody>
      </p:sp>
      <p:sp>
        <p:nvSpPr>
          <p:cNvPr id="34" name="Rounded Rectangle 33">
            <a:extLst>
              <a:ext uri="{FF2B5EF4-FFF2-40B4-BE49-F238E27FC236}">
                <a16:creationId xmlns:a16="http://schemas.microsoft.com/office/drawing/2014/main" id="{5474B9FF-249F-0A17-5200-693F7ACF0658}"/>
              </a:ext>
            </a:extLst>
          </p:cNvPr>
          <p:cNvSpPr/>
          <p:nvPr/>
        </p:nvSpPr>
        <p:spPr>
          <a:xfrm>
            <a:off x="8217951" y="3635127"/>
            <a:ext cx="1239519" cy="265275"/>
          </a:xfrm>
          <a:prstGeom prst="roundRect">
            <a:avLst>
              <a:gd name="adj" fmla="val 18675"/>
            </a:avLst>
          </a:prstGeom>
          <a:solidFill>
            <a:srgbClr val="1E2A3E"/>
          </a:solidFill>
          <a:ln w="635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chemeClr val="bg1"/>
                </a:solidFill>
                <a:latin typeface="Inter" panose="02000503000000020004" pitchFamily="2" charset="0"/>
                <a:ea typeface="Inter" panose="02000503000000020004" pitchFamily="2" charset="0"/>
              </a:rPr>
              <a:t>Primary Cluster</a:t>
            </a:r>
            <a:endParaRPr lang="en-PL" sz="1000">
              <a:solidFill>
                <a:schemeClr val="bg1"/>
              </a:solidFill>
              <a:latin typeface="Inter" panose="02000503000000020004" pitchFamily="2" charset="0"/>
              <a:ea typeface="Inter" panose="02000503000000020004" pitchFamily="2" charset="0"/>
            </a:endParaRPr>
          </a:p>
        </p:txBody>
      </p:sp>
      <p:sp>
        <p:nvSpPr>
          <p:cNvPr id="8" name="TextBox 7">
            <a:extLst>
              <a:ext uri="{FF2B5EF4-FFF2-40B4-BE49-F238E27FC236}">
                <a16:creationId xmlns:a16="http://schemas.microsoft.com/office/drawing/2014/main" id="{6BFE638F-191D-106D-4782-1301DFD69B09}"/>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13" name="Rounded Rectangle 12">
            <a:extLst>
              <a:ext uri="{FF2B5EF4-FFF2-40B4-BE49-F238E27FC236}">
                <a16:creationId xmlns:a16="http://schemas.microsoft.com/office/drawing/2014/main" id="{799FF083-FEB8-94D7-FD9B-28B4B39D3DE1}"/>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4" name="Graphic 13">
            <a:extLst>
              <a:ext uri="{FF2B5EF4-FFF2-40B4-BE49-F238E27FC236}">
                <a16:creationId xmlns:a16="http://schemas.microsoft.com/office/drawing/2014/main" id="{A1987FEC-8EF2-3493-9A1B-407AAD7DF7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939" y="156501"/>
            <a:ext cx="1811085" cy="887959"/>
          </a:xfrm>
          <a:prstGeom prst="rect">
            <a:avLst/>
          </a:prstGeom>
        </p:spPr>
      </p:pic>
      <p:sp>
        <p:nvSpPr>
          <p:cNvPr id="5" name="TextBox 4">
            <a:extLst>
              <a:ext uri="{FF2B5EF4-FFF2-40B4-BE49-F238E27FC236}">
                <a16:creationId xmlns:a16="http://schemas.microsoft.com/office/drawing/2014/main" id="{8899D4EB-04A9-DE65-DFA3-422CD128F75C}"/>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582247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34028-BC23-9A25-D5C3-F821C45F2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3A998-3191-72F6-FE4C-2B40779CB8F2}"/>
              </a:ext>
            </a:extLst>
          </p:cNvPr>
          <p:cNvSpPr>
            <a:spLocks noGrp="1"/>
          </p:cNvSpPr>
          <p:nvPr>
            <p:ph type="ctrTitle"/>
          </p:nvPr>
        </p:nvSpPr>
        <p:spPr>
          <a:xfrm>
            <a:off x="509937" y="1697376"/>
            <a:ext cx="4773263" cy="1440394"/>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10" name="Subtitle 2">
            <a:extLst>
              <a:ext uri="{FF2B5EF4-FFF2-40B4-BE49-F238E27FC236}">
                <a16:creationId xmlns:a16="http://schemas.microsoft.com/office/drawing/2014/main" id="{C132A201-F7B9-DB75-CD2B-E34968DD7DDC}"/>
              </a:ext>
            </a:extLst>
          </p:cNvPr>
          <p:cNvSpPr txBox="1">
            <a:spLocks/>
          </p:cNvSpPr>
          <p:nvPr/>
        </p:nvSpPr>
        <p:spPr>
          <a:xfrm>
            <a:off x="5569872" y="1815163"/>
            <a:ext cx="5971724"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4" name="Subtitle 2">
            <a:extLst>
              <a:ext uri="{FF2B5EF4-FFF2-40B4-BE49-F238E27FC236}">
                <a16:creationId xmlns:a16="http://schemas.microsoft.com/office/drawing/2014/main" id="{E1FC057F-3B52-EDCC-062F-7A2F3A8C8CC8}"/>
              </a:ext>
            </a:extLst>
          </p:cNvPr>
          <p:cNvSpPr txBox="1">
            <a:spLocks/>
          </p:cNvSpPr>
          <p:nvPr/>
        </p:nvSpPr>
        <p:spPr>
          <a:xfrm>
            <a:off x="5569872" y="3203696"/>
            <a:ext cx="5971724"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6" name="Subtitle 2">
            <a:extLst>
              <a:ext uri="{FF2B5EF4-FFF2-40B4-BE49-F238E27FC236}">
                <a16:creationId xmlns:a16="http://schemas.microsoft.com/office/drawing/2014/main" id="{26E29B2B-20B3-A3FE-005E-020423E04677}"/>
              </a:ext>
            </a:extLst>
          </p:cNvPr>
          <p:cNvSpPr txBox="1">
            <a:spLocks/>
          </p:cNvSpPr>
          <p:nvPr/>
        </p:nvSpPr>
        <p:spPr>
          <a:xfrm>
            <a:off x="5569872" y="4507562"/>
            <a:ext cx="5971724"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8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4" name="Rectangle 23">
            <a:extLst>
              <a:ext uri="{FF2B5EF4-FFF2-40B4-BE49-F238E27FC236}">
                <a16:creationId xmlns:a16="http://schemas.microsoft.com/office/drawing/2014/main" id="{BA245EB9-0D13-7CC3-9CDE-B40F0BBCEA88}"/>
              </a:ext>
            </a:extLst>
          </p:cNvPr>
          <p:cNvSpPr/>
          <p:nvPr/>
        </p:nvSpPr>
        <p:spPr>
          <a:xfrm>
            <a:off x="637391" y="3203695"/>
            <a:ext cx="4645809" cy="2227197"/>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9" name="Subtitle 2">
            <a:extLst>
              <a:ext uri="{FF2B5EF4-FFF2-40B4-BE49-F238E27FC236}">
                <a16:creationId xmlns:a16="http://schemas.microsoft.com/office/drawing/2014/main" id="{72DE4ED1-2D89-04EB-01AC-30AD502601C3}"/>
              </a:ext>
            </a:extLst>
          </p:cNvPr>
          <p:cNvSpPr txBox="1">
            <a:spLocks/>
          </p:cNvSpPr>
          <p:nvPr/>
        </p:nvSpPr>
        <p:spPr>
          <a:xfrm>
            <a:off x="520339" y="1348819"/>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17" name="Rounded Rectangle 16">
            <a:extLst>
              <a:ext uri="{FF2B5EF4-FFF2-40B4-BE49-F238E27FC236}">
                <a16:creationId xmlns:a16="http://schemas.microsoft.com/office/drawing/2014/main" id="{DB56E0A6-B487-DFE1-8C47-84C331AB784F}"/>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84D6B8BD-B06F-2733-9EEB-FCA59BAD8E3F}"/>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B2027BED-BB2A-C910-DFCD-7ADCFA5E55C6}"/>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232257E8-53B8-B001-13F9-4C603D05C122}"/>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8" name="Graphic 7">
            <a:extLst>
              <a:ext uri="{FF2B5EF4-FFF2-40B4-BE49-F238E27FC236}">
                <a16:creationId xmlns:a16="http://schemas.microsoft.com/office/drawing/2014/main" id="{5CDF8B5F-B7CE-4744-17C9-9F110B6083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1" name="TextBox 10">
            <a:extLst>
              <a:ext uri="{FF2B5EF4-FFF2-40B4-BE49-F238E27FC236}">
                <a16:creationId xmlns:a16="http://schemas.microsoft.com/office/drawing/2014/main" id="{908F74F2-DD21-B9CB-9361-DD2005D0EBB4}"/>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0D7A255D-B4BC-69AC-2B0A-20381FB7DE72}"/>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365689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083E6-EE53-32B2-6AA9-4F9884E32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9A8E2-9F85-79D2-E046-8412C187B9BA}"/>
              </a:ext>
            </a:extLst>
          </p:cNvPr>
          <p:cNvSpPr>
            <a:spLocks noGrp="1"/>
          </p:cNvSpPr>
          <p:nvPr>
            <p:ph type="ctrTitle"/>
          </p:nvPr>
        </p:nvSpPr>
        <p:spPr>
          <a:xfrm>
            <a:off x="509937" y="819168"/>
            <a:ext cx="6195663" cy="775597"/>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10" name="Subtitle 2">
            <a:extLst>
              <a:ext uri="{FF2B5EF4-FFF2-40B4-BE49-F238E27FC236}">
                <a16:creationId xmlns:a16="http://schemas.microsoft.com/office/drawing/2014/main" id="{EFFC2C18-086D-E4A5-07DD-BEADD31ED682}"/>
              </a:ext>
            </a:extLst>
          </p:cNvPr>
          <p:cNvSpPr txBox="1">
            <a:spLocks/>
          </p:cNvSpPr>
          <p:nvPr/>
        </p:nvSpPr>
        <p:spPr>
          <a:xfrm>
            <a:off x="3719738" y="2670906"/>
            <a:ext cx="4621622" cy="95410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9" name="Rectangle 8">
            <a:extLst>
              <a:ext uri="{FF2B5EF4-FFF2-40B4-BE49-F238E27FC236}">
                <a16:creationId xmlns:a16="http://schemas.microsoft.com/office/drawing/2014/main" id="{96772113-9CA5-3020-4E1F-47DEEF72FF34}"/>
              </a:ext>
            </a:extLst>
          </p:cNvPr>
          <p:cNvSpPr/>
          <p:nvPr/>
        </p:nvSpPr>
        <p:spPr>
          <a:xfrm>
            <a:off x="608684" y="2235017"/>
            <a:ext cx="2792163" cy="14773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19" name="Subtitle 2">
            <a:extLst>
              <a:ext uri="{FF2B5EF4-FFF2-40B4-BE49-F238E27FC236}">
                <a16:creationId xmlns:a16="http://schemas.microsoft.com/office/drawing/2014/main" id="{D48A3E19-50F4-B769-4911-A137F5260C51}"/>
              </a:ext>
            </a:extLst>
          </p:cNvPr>
          <p:cNvSpPr txBox="1">
            <a:spLocks/>
          </p:cNvSpPr>
          <p:nvPr/>
        </p:nvSpPr>
        <p:spPr>
          <a:xfrm>
            <a:off x="3719738" y="2345359"/>
            <a:ext cx="2456783" cy="32008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rgbClr val="222328"/>
                </a:solidFill>
                <a:latin typeface="Poppins" pitchFamily="2" charset="77"/>
                <a:cs typeface="Poppins" pitchFamily="2" charset="77"/>
              </a:rPr>
              <a:t>Product Description</a:t>
            </a:r>
          </a:p>
        </p:txBody>
      </p:sp>
      <p:sp>
        <p:nvSpPr>
          <p:cNvPr id="22" name="Subtitle 2">
            <a:extLst>
              <a:ext uri="{FF2B5EF4-FFF2-40B4-BE49-F238E27FC236}">
                <a16:creationId xmlns:a16="http://schemas.microsoft.com/office/drawing/2014/main" id="{4862ECF7-AAFA-966F-2350-1C4F685894CA}"/>
              </a:ext>
            </a:extLst>
          </p:cNvPr>
          <p:cNvSpPr txBox="1">
            <a:spLocks/>
          </p:cNvSpPr>
          <p:nvPr/>
        </p:nvSpPr>
        <p:spPr>
          <a:xfrm>
            <a:off x="3719738" y="4611466"/>
            <a:ext cx="4621622" cy="95410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5" name="Rectangle 24">
            <a:extLst>
              <a:ext uri="{FF2B5EF4-FFF2-40B4-BE49-F238E27FC236}">
                <a16:creationId xmlns:a16="http://schemas.microsoft.com/office/drawing/2014/main" id="{55A8518A-0F4F-FDBA-929D-249A6C912926}"/>
              </a:ext>
            </a:extLst>
          </p:cNvPr>
          <p:cNvSpPr/>
          <p:nvPr/>
        </p:nvSpPr>
        <p:spPr>
          <a:xfrm>
            <a:off x="608684" y="4230485"/>
            <a:ext cx="2792163" cy="14773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26" name="Subtitle 2">
            <a:extLst>
              <a:ext uri="{FF2B5EF4-FFF2-40B4-BE49-F238E27FC236}">
                <a16:creationId xmlns:a16="http://schemas.microsoft.com/office/drawing/2014/main" id="{CF67F628-5E6E-2545-82FA-D7C1244A9853}"/>
              </a:ext>
            </a:extLst>
          </p:cNvPr>
          <p:cNvSpPr txBox="1">
            <a:spLocks/>
          </p:cNvSpPr>
          <p:nvPr/>
        </p:nvSpPr>
        <p:spPr>
          <a:xfrm>
            <a:off x="3719738" y="4275759"/>
            <a:ext cx="2456783" cy="32008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rgbClr val="222328"/>
                </a:solidFill>
                <a:latin typeface="Poppins" pitchFamily="2" charset="77"/>
                <a:cs typeface="Poppins" pitchFamily="2" charset="77"/>
              </a:rPr>
              <a:t>Product Description</a:t>
            </a:r>
          </a:p>
        </p:txBody>
      </p:sp>
      <p:sp>
        <p:nvSpPr>
          <p:cNvPr id="7" name="Subtitle 2">
            <a:extLst>
              <a:ext uri="{FF2B5EF4-FFF2-40B4-BE49-F238E27FC236}">
                <a16:creationId xmlns:a16="http://schemas.microsoft.com/office/drawing/2014/main" id="{BA3DCCDE-EC6C-2B92-A1C6-414721B6D2D8}"/>
              </a:ext>
            </a:extLst>
          </p:cNvPr>
          <p:cNvSpPr txBox="1">
            <a:spLocks/>
          </p:cNvSpPr>
          <p:nvPr/>
        </p:nvSpPr>
        <p:spPr>
          <a:xfrm>
            <a:off x="520339" y="51704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16" name="Rounded Rectangle 15">
            <a:extLst>
              <a:ext uri="{FF2B5EF4-FFF2-40B4-BE49-F238E27FC236}">
                <a16:creationId xmlns:a16="http://schemas.microsoft.com/office/drawing/2014/main" id="{B9427255-1EAC-8C1F-6043-E2210DB2C12F}"/>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A5A7DB09-2D6B-D320-52D8-B1A63DE321D1}"/>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D3398D04-11AC-75DB-A00B-D94CCA7626D7}"/>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0D8A9CD2-BC9F-3D9D-54A5-C987435D5562}"/>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11" name="TextBox 10">
            <a:extLst>
              <a:ext uri="{FF2B5EF4-FFF2-40B4-BE49-F238E27FC236}">
                <a16:creationId xmlns:a16="http://schemas.microsoft.com/office/drawing/2014/main" id="{12D8BDD2-3F38-9415-A9E4-883BFD11061E}"/>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DC0041C9-8CC8-ECC3-2156-3E16CD94EE41}"/>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207389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9A8A6-057D-26B2-6B92-2F01A7C036E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0F34BD-D695-CF86-97D7-DB6B85365F00}"/>
              </a:ext>
            </a:extLst>
          </p:cNvPr>
          <p:cNvSpPr/>
          <p:nvPr/>
        </p:nvSpPr>
        <p:spPr>
          <a:xfrm>
            <a:off x="509937" y="2225805"/>
            <a:ext cx="2083716" cy="14773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2" name="Title 1">
            <a:extLst>
              <a:ext uri="{FF2B5EF4-FFF2-40B4-BE49-F238E27FC236}">
                <a16:creationId xmlns:a16="http://schemas.microsoft.com/office/drawing/2014/main" id="{B0646619-1E81-0AB2-90EA-EAD8868E32D7}"/>
              </a:ext>
            </a:extLst>
          </p:cNvPr>
          <p:cNvSpPr>
            <a:spLocks noGrp="1"/>
          </p:cNvSpPr>
          <p:nvPr>
            <p:ph type="ctrTitle"/>
          </p:nvPr>
        </p:nvSpPr>
        <p:spPr>
          <a:xfrm>
            <a:off x="509937" y="819168"/>
            <a:ext cx="6195663" cy="775597"/>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10" name="Subtitle 2">
            <a:extLst>
              <a:ext uri="{FF2B5EF4-FFF2-40B4-BE49-F238E27FC236}">
                <a16:creationId xmlns:a16="http://schemas.microsoft.com/office/drawing/2014/main" id="{D2837A4A-0883-1B4E-8B6B-88224EBC1BBA}"/>
              </a:ext>
            </a:extLst>
          </p:cNvPr>
          <p:cNvSpPr txBox="1">
            <a:spLocks/>
          </p:cNvSpPr>
          <p:nvPr/>
        </p:nvSpPr>
        <p:spPr>
          <a:xfrm>
            <a:off x="2739625" y="3056802"/>
            <a:ext cx="3064587" cy="64633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50000"/>
                    <a:lumOff val="50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a:t>
            </a:r>
            <a:endParaRPr lang="en-PL" sz="1200">
              <a:solidFill>
                <a:schemeClr val="tx1">
                  <a:lumMod val="50000"/>
                  <a:lumOff val="50000"/>
                </a:schemeClr>
              </a:solidFill>
              <a:latin typeface="Inter Light" panose="02000503000000020004" pitchFamily="2" charset="0"/>
              <a:ea typeface="Inter Light" panose="02000503000000020004" pitchFamily="2" charset="0"/>
              <a:cs typeface="Poppins" pitchFamily="2" charset="77"/>
            </a:endParaRPr>
          </a:p>
        </p:txBody>
      </p:sp>
      <p:sp>
        <p:nvSpPr>
          <p:cNvPr id="19" name="Subtitle 2">
            <a:extLst>
              <a:ext uri="{FF2B5EF4-FFF2-40B4-BE49-F238E27FC236}">
                <a16:creationId xmlns:a16="http://schemas.microsoft.com/office/drawing/2014/main" id="{14EE1D8A-A3A0-14B9-4CDF-F2F4E11D40D0}"/>
              </a:ext>
            </a:extLst>
          </p:cNvPr>
          <p:cNvSpPr txBox="1">
            <a:spLocks/>
          </p:cNvSpPr>
          <p:nvPr/>
        </p:nvSpPr>
        <p:spPr>
          <a:xfrm>
            <a:off x="2733967" y="2805315"/>
            <a:ext cx="2456783" cy="32008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rgbClr val="222328"/>
                </a:solidFill>
                <a:latin typeface="Poppins" pitchFamily="2" charset="77"/>
                <a:cs typeface="Poppins" pitchFamily="2" charset="77"/>
              </a:rPr>
              <a:t>Product Description</a:t>
            </a:r>
          </a:p>
        </p:txBody>
      </p:sp>
      <p:sp>
        <p:nvSpPr>
          <p:cNvPr id="17" name="Rectangle 16">
            <a:extLst>
              <a:ext uri="{FF2B5EF4-FFF2-40B4-BE49-F238E27FC236}">
                <a16:creationId xmlns:a16="http://schemas.microsoft.com/office/drawing/2014/main" id="{AE0D47CD-C544-2DAF-7960-62A37CC7494D}"/>
              </a:ext>
            </a:extLst>
          </p:cNvPr>
          <p:cNvSpPr/>
          <p:nvPr/>
        </p:nvSpPr>
        <p:spPr>
          <a:xfrm>
            <a:off x="509937" y="3881885"/>
            <a:ext cx="2083716" cy="14773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18" name="Subtitle 2">
            <a:extLst>
              <a:ext uri="{FF2B5EF4-FFF2-40B4-BE49-F238E27FC236}">
                <a16:creationId xmlns:a16="http://schemas.microsoft.com/office/drawing/2014/main" id="{6B4458C1-97C6-C985-EC0F-D85C49EFEAD7}"/>
              </a:ext>
            </a:extLst>
          </p:cNvPr>
          <p:cNvSpPr txBox="1">
            <a:spLocks/>
          </p:cNvSpPr>
          <p:nvPr/>
        </p:nvSpPr>
        <p:spPr>
          <a:xfrm>
            <a:off x="2739625" y="4712882"/>
            <a:ext cx="3064587" cy="64633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50000"/>
                    <a:lumOff val="50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a:t>
            </a:r>
            <a:endParaRPr lang="en-PL" sz="1200">
              <a:solidFill>
                <a:schemeClr val="tx1">
                  <a:lumMod val="50000"/>
                  <a:lumOff val="50000"/>
                </a:schemeClr>
              </a:solidFill>
              <a:latin typeface="Inter Light" panose="02000503000000020004" pitchFamily="2" charset="0"/>
              <a:ea typeface="Inter Light" panose="02000503000000020004" pitchFamily="2" charset="0"/>
              <a:cs typeface="Poppins" pitchFamily="2" charset="77"/>
            </a:endParaRPr>
          </a:p>
        </p:txBody>
      </p:sp>
      <p:sp>
        <p:nvSpPr>
          <p:cNvPr id="20" name="Subtitle 2">
            <a:extLst>
              <a:ext uri="{FF2B5EF4-FFF2-40B4-BE49-F238E27FC236}">
                <a16:creationId xmlns:a16="http://schemas.microsoft.com/office/drawing/2014/main" id="{558BB130-7E97-7071-4810-1F0EDBEA18CA}"/>
              </a:ext>
            </a:extLst>
          </p:cNvPr>
          <p:cNvSpPr txBox="1">
            <a:spLocks/>
          </p:cNvSpPr>
          <p:nvPr/>
        </p:nvSpPr>
        <p:spPr>
          <a:xfrm>
            <a:off x="2733967" y="4461395"/>
            <a:ext cx="2456783" cy="32008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rgbClr val="222328"/>
                </a:solidFill>
                <a:latin typeface="Poppins" pitchFamily="2" charset="77"/>
                <a:cs typeface="Poppins" pitchFamily="2" charset="77"/>
              </a:rPr>
              <a:t>Product Description</a:t>
            </a:r>
          </a:p>
        </p:txBody>
      </p:sp>
      <p:sp>
        <p:nvSpPr>
          <p:cNvPr id="23" name="Rectangle 22">
            <a:extLst>
              <a:ext uri="{FF2B5EF4-FFF2-40B4-BE49-F238E27FC236}">
                <a16:creationId xmlns:a16="http://schemas.microsoft.com/office/drawing/2014/main" id="{AE514E29-8E72-9EFF-535F-34DB06789EC5}"/>
              </a:ext>
            </a:extLst>
          </p:cNvPr>
          <p:cNvSpPr/>
          <p:nvPr/>
        </p:nvSpPr>
        <p:spPr>
          <a:xfrm>
            <a:off x="6247321" y="2225805"/>
            <a:ext cx="2083716" cy="14773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24" name="Subtitle 2">
            <a:extLst>
              <a:ext uri="{FF2B5EF4-FFF2-40B4-BE49-F238E27FC236}">
                <a16:creationId xmlns:a16="http://schemas.microsoft.com/office/drawing/2014/main" id="{4B6C0ECC-B3C8-4A17-3D67-8F13B9505F83}"/>
              </a:ext>
            </a:extLst>
          </p:cNvPr>
          <p:cNvSpPr txBox="1">
            <a:spLocks/>
          </p:cNvSpPr>
          <p:nvPr/>
        </p:nvSpPr>
        <p:spPr>
          <a:xfrm>
            <a:off x="8477009" y="3056802"/>
            <a:ext cx="3064587" cy="64633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50000"/>
                    <a:lumOff val="50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a:t>
            </a:r>
            <a:endParaRPr lang="en-PL" sz="1200">
              <a:solidFill>
                <a:schemeClr val="tx1">
                  <a:lumMod val="50000"/>
                  <a:lumOff val="50000"/>
                </a:schemeClr>
              </a:solidFill>
              <a:latin typeface="Inter Light" panose="02000503000000020004" pitchFamily="2" charset="0"/>
              <a:ea typeface="Inter Light" panose="02000503000000020004" pitchFamily="2" charset="0"/>
              <a:cs typeface="Poppins" pitchFamily="2" charset="77"/>
            </a:endParaRPr>
          </a:p>
        </p:txBody>
      </p:sp>
      <p:sp>
        <p:nvSpPr>
          <p:cNvPr id="27" name="Subtitle 2">
            <a:extLst>
              <a:ext uri="{FF2B5EF4-FFF2-40B4-BE49-F238E27FC236}">
                <a16:creationId xmlns:a16="http://schemas.microsoft.com/office/drawing/2014/main" id="{AC373A38-B8ED-B3AB-C1D9-CED780C684A7}"/>
              </a:ext>
            </a:extLst>
          </p:cNvPr>
          <p:cNvSpPr txBox="1">
            <a:spLocks/>
          </p:cNvSpPr>
          <p:nvPr/>
        </p:nvSpPr>
        <p:spPr>
          <a:xfrm>
            <a:off x="8471351" y="2805315"/>
            <a:ext cx="2456783" cy="32008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rgbClr val="222328"/>
                </a:solidFill>
                <a:latin typeface="Poppins" pitchFamily="2" charset="77"/>
                <a:cs typeface="Poppins" pitchFamily="2" charset="77"/>
              </a:rPr>
              <a:t>Product Description</a:t>
            </a:r>
          </a:p>
        </p:txBody>
      </p:sp>
      <p:sp>
        <p:nvSpPr>
          <p:cNvPr id="29" name="Rectangle 28">
            <a:extLst>
              <a:ext uri="{FF2B5EF4-FFF2-40B4-BE49-F238E27FC236}">
                <a16:creationId xmlns:a16="http://schemas.microsoft.com/office/drawing/2014/main" id="{5CB45AB3-3A21-18A0-F061-95DDAB61908D}"/>
              </a:ext>
            </a:extLst>
          </p:cNvPr>
          <p:cNvSpPr/>
          <p:nvPr/>
        </p:nvSpPr>
        <p:spPr>
          <a:xfrm>
            <a:off x="6247321" y="3881885"/>
            <a:ext cx="2083716" cy="1477328"/>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30" name="Subtitle 2">
            <a:extLst>
              <a:ext uri="{FF2B5EF4-FFF2-40B4-BE49-F238E27FC236}">
                <a16:creationId xmlns:a16="http://schemas.microsoft.com/office/drawing/2014/main" id="{5096394D-48D9-2B45-8B77-B471DD86E057}"/>
              </a:ext>
            </a:extLst>
          </p:cNvPr>
          <p:cNvSpPr txBox="1">
            <a:spLocks/>
          </p:cNvSpPr>
          <p:nvPr/>
        </p:nvSpPr>
        <p:spPr>
          <a:xfrm>
            <a:off x="8477009" y="4712882"/>
            <a:ext cx="3064587" cy="64633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50000"/>
                    <a:lumOff val="50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a:t>
            </a:r>
            <a:endParaRPr lang="en-PL" sz="1200">
              <a:solidFill>
                <a:schemeClr val="tx1">
                  <a:lumMod val="50000"/>
                  <a:lumOff val="50000"/>
                </a:schemeClr>
              </a:solidFill>
              <a:latin typeface="Inter Light" panose="02000503000000020004" pitchFamily="2" charset="0"/>
              <a:ea typeface="Inter Light" panose="02000503000000020004" pitchFamily="2" charset="0"/>
              <a:cs typeface="Poppins" pitchFamily="2" charset="77"/>
            </a:endParaRPr>
          </a:p>
        </p:txBody>
      </p:sp>
      <p:sp>
        <p:nvSpPr>
          <p:cNvPr id="31" name="Subtitle 2">
            <a:extLst>
              <a:ext uri="{FF2B5EF4-FFF2-40B4-BE49-F238E27FC236}">
                <a16:creationId xmlns:a16="http://schemas.microsoft.com/office/drawing/2014/main" id="{8A17271D-71C3-EA9D-B5FF-92652E8C674E}"/>
              </a:ext>
            </a:extLst>
          </p:cNvPr>
          <p:cNvSpPr txBox="1">
            <a:spLocks/>
          </p:cNvSpPr>
          <p:nvPr/>
        </p:nvSpPr>
        <p:spPr>
          <a:xfrm>
            <a:off x="8471351" y="4461395"/>
            <a:ext cx="2456783" cy="32008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600">
                <a:solidFill>
                  <a:srgbClr val="222328"/>
                </a:solidFill>
                <a:latin typeface="Poppins" pitchFamily="2" charset="77"/>
                <a:cs typeface="Poppins" pitchFamily="2" charset="77"/>
              </a:rPr>
              <a:t>Product Description</a:t>
            </a:r>
          </a:p>
        </p:txBody>
      </p:sp>
      <p:sp>
        <p:nvSpPr>
          <p:cNvPr id="11" name="Subtitle 2">
            <a:extLst>
              <a:ext uri="{FF2B5EF4-FFF2-40B4-BE49-F238E27FC236}">
                <a16:creationId xmlns:a16="http://schemas.microsoft.com/office/drawing/2014/main" id="{8B7813A6-5B0C-2505-3D36-16C0C7A287EA}"/>
              </a:ext>
            </a:extLst>
          </p:cNvPr>
          <p:cNvSpPr txBox="1">
            <a:spLocks/>
          </p:cNvSpPr>
          <p:nvPr/>
        </p:nvSpPr>
        <p:spPr>
          <a:xfrm>
            <a:off x="520339" y="51704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16" name="Rounded Rectangle 15">
            <a:extLst>
              <a:ext uri="{FF2B5EF4-FFF2-40B4-BE49-F238E27FC236}">
                <a16:creationId xmlns:a16="http://schemas.microsoft.com/office/drawing/2014/main" id="{CF68BF70-AE98-5D4E-C735-5BCF79EA7354}"/>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90A44C80-C5A8-E5DF-DE41-5F94F733F757}"/>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513C3224-4B0C-C894-81AE-181183F429A2}"/>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15" name="Rounded Rectangle 14">
            <a:extLst>
              <a:ext uri="{FF2B5EF4-FFF2-40B4-BE49-F238E27FC236}">
                <a16:creationId xmlns:a16="http://schemas.microsoft.com/office/drawing/2014/main" id="{4BE63CB5-8BAE-ADEB-E59F-B112DB7666DA}"/>
              </a:ext>
            </a:extLst>
          </p:cNvPr>
          <p:cNvSpPr/>
          <p:nvPr/>
        </p:nvSpPr>
        <p:spPr>
          <a:xfrm>
            <a:off x="2782055" y="2479072"/>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sp>
        <p:nvSpPr>
          <p:cNvPr id="25" name="Oval 24">
            <a:extLst>
              <a:ext uri="{FF2B5EF4-FFF2-40B4-BE49-F238E27FC236}">
                <a16:creationId xmlns:a16="http://schemas.microsoft.com/office/drawing/2014/main" id="{7462B6DA-4AC1-D142-07EC-3F453ADD8C98}"/>
              </a:ext>
            </a:extLst>
          </p:cNvPr>
          <p:cNvSpPr/>
          <p:nvPr/>
        </p:nvSpPr>
        <p:spPr>
          <a:xfrm>
            <a:off x="2897201" y="2577842"/>
            <a:ext cx="67733" cy="67733"/>
          </a:xfrm>
          <a:prstGeom prst="ellipse">
            <a:avLst/>
          </a:prstGeom>
          <a:solidFill>
            <a:srgbClr val="D62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26" name="Rounded Rectangle 25">
            <a:extLst>
              <a:ext uri="{FF2B5EF4-FFF2-40B4-BE49-F238E27FC236}">
                <a16:creationId xmlns:a16="http://schemas.microsoft.com/office/drawing/2014/main" id="{6F0C003F-F8F8-43DE-12E1-ADFE6F026C1E}"/>
              </a:ext>
            </a:extLst>
          </p:cNvPr>
          <p:cNvSpPr/>
          <p:nvPr/>
        </p:nvSpPr>
        <p:spPr>
          <a:xfrm>
            <a:off x="2782055" y="4134061"/>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sp>
        <p:nvSpPr>
          <p:cNvPr id="33" name="Oval 32">
            <a:extLst>
              <a:ext uri="{FF2B5EF4-FFF2-40B4-BE49-F238E27FC236}">
                <a16:creationId xmlns:a16="http://schemas.microsoft.com/office/drawing/2014/main" id="{79BE4E9B-992E-34B1-858F-D30D7F00E921}"/>
              </a:ext>
            </a:extLst>
          </p:cNvPr>
          <p:cNvSpPr/>
          <p:nvPr/>
        </p:nvSpPr>
        <p:spPr>
          <a:xfrm>
            <a:off x="2897201" y="4232831"/>
            <a:ext cx="67733" cy="67733"/>
          </a:xfrm>
          <a:prstGeom prst="ellipse">
            <a:avLst/>
          </a:prstGeom>
          <a:solidFill>
            <a:srgbClr val="D62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34" name="Rounded Rectangle 33">
            <a:extLst>
              <a:ext uri="{FF2B5EF4-FFF2-40B4-BE49-F238E27FC236}">
                <a16:creationId xmlns:a16="http://schemas.microsoft.com/office/drawing/2014/main" id="{7F41C58A-5514-6134-F31C-AEF6C49A4FC4}"/>
              </a:ext>
            </a:extLst>
          </p:cNvPr>
          <p:cNvSpPr/>
          <p:nvPr/>
        </p:nvSpPr>
        <p:spPr>
          <a:xfrm>
            <a:off x="8472494" y="4134061"/>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sp>
        <p:nvSpPr>
          <p:cNvPr id="35" name="Oval 34">
            <a:extLst>
              <a:ext uri="{FF2B5EF4-FFF2-40B4-BE49-F238E27FC236}">
                <a16:creationId xmlns:a16="http://schemas.microsoft.com/office/drawing/2014/main" id="{A745F28B-B840-D226-10BA-97F4054CD7CD}"/>
              </a:ext>
            </a:extLst>
          </p:cNvPr>
          <p:cNvSpPr/>
          <p:nvPr/>
        </p:nvSpPr>
        <p:spPr>
          <a:xfrm>
            <a:off x="8587640" y="4232831"/>
            <a:ext cx="67733" cy="67733"/>
          </a:xfrm>
          <a:prstGeom prst="ellipse">
            <a:avLst/>
          </a:prstGeom>
          <a:solidFill>
            <a:srgbClr val="D62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36" name="Rounded Rectangle 35">
            <a:extLst>
              <a:ext uri="{FF2B5EF4-FFF2-40B4-BE49-F238E27FC236}">
                <a16:creationId xmlns:a16="http://schemas.microsoft.com/office/drawing/2014/main" id="{245D0A60-8F94-B103-2B46-561127831898}"/>
              </a:ext>
            </a:extLst>
          </p:cNvPr>
          <p:cNvSpPr/>
          <p:nvPr/>
        </p:nvSpPr>
        <p:spPr>
          <a:xfrm>
            <a:off x="8472494" y="2479072"/>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sp>
        <p:nvSpPr>
          <p:cNvPr id="37" name="Oval 36">
            <a:extLst>
              <a:ext uri="{FF2B5EF4-FFF2-40B4-BE49-F238E27FC236}">
                <a16:creationId xmlns:a16="http://schemas.microsoft.com/office/drawing/2014/main" id="{4876A2F5-C4D9-D3E0-B42E-FFC12D360DDA}"/>
              </a:ext>
            </a:extLst>
          </p:cNvPr>
          <p:cNvSpPr/>
          <p:nvPr/>
        </p:nvSpPr>
        <p:spPr>
          <a:xfrm>
            <a:off x="8587640" y="2577842"/>
            <a:ext cx="67733" cy="67733"/>
          </a:xfrm>
          <a:prstGeom prst="ellipse">
            <a:avLst/>
          </a:prstGeom>
          <a:solidFill>
            <a:srgbClr val="D62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3" name="Rounded Rectangle 2">
            <a:extLst>
              <a:ext uri="{FF2B5EF4-FFF2-40B4-BE49-F238E27FC236}">
                <a16:creationId xmlns:a16="http://schemas.microsoft.com/office/drawing/2014/main" id="{8E59D570-39FD-B444-7BA0-1022CA0ED597}"/>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8" name="TextBox 7">
            <a:extLst>
              <a:ext uri="{FF2B5EF4-FFF2-40B4-BE49-F238E27FC236}">
                <a16:creationId xmlns:a16="http://schemas.microsoft.com/office/drawing/2014/main" id="{A38D2486-E516-2952-FE08-88FD98748AFE}"/>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1E450488-A542-54C6-1CCB-1D378D0A46FA}"/>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320950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172AC-B343-DA76-BDAA-5E15F1F4B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93BB9-34C5-9A1E-C57A-B88E82FA1B08}"/>
              </a:ext>
            </a:extLst>
          </p:cNvPr>
          <p:cNvSpPr>
            <a:spLocks noGrp="1"/>
          </p:cNvSpPr>
          <p:nvPr>
            <p:ph type="ctrTitle"/>
          </p:nvPr>
        </p:nvSpPr>
        <p:spPr>
          <a:xfrm>
            <a:off x="509937" y="819168"/>
            <a:ext cx="6195663" cy="775597"/>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10" name="Subtitle 2">
            <a:extLst>
              <a:ext uri="{FF2B5EF4-FFF2-40B4-BE49-F238E27FC236}">
                <a16:creationId xmlns:a16="http://schemas.microsoft.com/office/drawing/2014/main" id="{367D11BE-5BE2-7AC5-CD69-1CA340ABC39A}"/>
              </a:ext>
            </a:extLst>
          </p:cNvPr>
          <p:cNvSpPr txBox="1">
            <a:spLocks/>
          </p:cNvSpPr>
          <p:nvPr/>
        </p:nvSpPr>
        <p:spPr>
          <a:xfrm>
            <a:off x="6651952" y="2433799"/>
            <a:ext cx="4621622" cy="10772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Subtitle 2">
            <a:extLst>
              <a:ext uri="{FF2B5EF4-FFF2-40B4-BE49-F238E27FC236}">
                <a16:creationId xmlns:a16="http://schemas.microsoft.com/office/drawing/2014/main" id="{AF488D0E-64DB-0AB9-EF6A-4951F3A7E56D}"/>
              </a:ext>
            </a:extLst>
          </p:cNvPr>
          <p:cNvSpPr txBox="1">
            <a:spLocks/>
          </p:cNvSpPr>
          <p:nvPr/>
        </p:nvSpPr>
        <p:spPr>
          <a:xfrm>
            <a:off x="6630544" y="2049482"/>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L" sz="1800">
                <a:solidFill>
                  <a:srgbClr val="222328"/>
                </a:solidFill>
                <a:latin typeface="Poppins" pitchFamily="2" charset="77"/>
                <a:cs typeface="Poppins" pitchFamily="2" charset="77"/>
              </a:rPr>
              <a:t>Product Description</a:t>
            </a:r>
          </a:p>
        </p:txBody>
      </p:sp>
      <p:sp>
        <p:nvSpPr>
          <p:cNvPr id="21" name="Subtitle 2">
            <a:extLst>
              <a:ext uri="{FF2B5EF4-FFF2-40B4-BE49-F238E27FC236}">
                <a16:creationId xmlns:a16="http://schemas.microsoft.com/office/drawing/2014/main" id="{1664301A-65D0-BA95-CABA-D3403A2D418C}"/>
              </a:ext>
            </a:extLst>
          </p:cNvPr>
          <p:cNvSpPr txBox="1">
            <a:spLocks/>
          </p:cNvSpPr>
          <p:nvPr/>
        </p:nvSpPr>
        <p:spPr>
          <a:xfrm>
            <a:off x="6651952" y="3967229"/>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L" sz="1800">
                <a:solidFill>
                  <a:srgbClr val="222328"/>
                </a:solidFill>
                <a:latin typeface="Poppins" pitchFamily="2" charset="77"/>
                <a:cs typeface="Poppins" pitchFamily="2" charset="77"/>
              </a:rPr>
              <a:t>Product Description</a:t>
            </a:r>
          </a:p>
        </p:txBody>
      </p:sp>
      <p:sp>
        <p:nvSpPr>
          <p:cNvPr id="22" name="Subtitle 2">
            <a:extLst>
              <a:ext uri="{FF2B5EF4-FFF2-40B4-BE49-F238E27FC236}">
                <a16:creationId xmlns:a16="http://schemas.microsoft.com/office/drawing/2014/main" id="{A0297126-B10E-0F4E-C783-6A9C2E92455F}"/>
              </a:ext>
            </a:extLst>
          </p:cNvPr>
          <p:cNvSpPr txBox="1">
            <a:spLocks/>
          </p:cNvSpPr>
          <p:nvPr/>
        </p:nvSpPr>
        <p:spPr>
          <a:xfrm>
            <a:off x="6673360" y="4321066"/>
            <a:ext cx="4621622" cy="10772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6" name="Rectangle 15">
            <a:extLst>
              <a:ext uri="{FF2B5EF4-FFF2-40B4-BE49-F238E27FC236}">
                <a16:creationId xmlns:a16="http://schemas.microsoft.com/office/drawing/2014/main" id="{7A8DD9C4-C98F-FDEE-F854-350E362EA37A}"/>
              </a:ext>
            </a:extLst>
          </p:cNvPr>
          <p:cNvSpPr/>
          <p:nvPr/>
        </p:nvSpPr>
        <p:spPr>
          <a:xfrm>
            <a:off x="0" y="1683975"/>
            <a:ext cx="6492936" cy="4434234"/>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7" name="Subtitle 2">
            <a:extLst>
              <a:ext uri="{FF2B5EF4-FFF2-40B4-BE49-F238E27FC236}">
                <a16:creationId xmlns:a16="http://schemas.microsoft.com/office/drawing/2014/main" id="{6781EB7F-5ABA-3914-7230-4DCA218B6435}"/>
              </a:ext>
            </a:extLst>
          </p:cNvPr>
          <p:cNvSpPr txBox="1">
            <a:spLocks/>
          </p:cNvSpPr>
          <p:nvPr/>
        </p:nvSpPr>
        <p:spPr>
          <a:xfrm>
            <a:off x="520339" y="51704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13" name="Rounded Rectangle 12">
            <a:extLst>
              <a:ext uri="{FF2B5EF4-FFF2-40B4-BE49-F238E27FC236}">
                <a16:creationId xmlns:a16="http://schemas.microsoft.com/office/drawing/2014/main" id="{C3037DCB-751E-81CB-49BA-9DF0B67379CD}"/>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B46DE4D5-FBF0-F1BC-B573-916969C03097}"/>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914DD0A9-52C7-C50C-C48F-ED2675854B3C}"/>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EC16A7ED-4AAD-2882-8FB0-5D4862926334}"/>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9" name="TextBox 8">
            <a:extLst>
              <a:ext uri="{FF2B5EF4-FFF2-40B4-BE49-F238E27FC236}">
                <a16:creationId xmlns:a16="http://schemas.microsoft.com/office/drawing/2014/main" id="{35A7E9AA-5479-73D6-D038-EFA40EFCF7F6}"/>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614D8BDC-5B9F-A3E2-8956-D35CF95D5B05}"/>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375029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960E-3017-5746-7E1F-ABF38B561CA2}"/>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97617C20-0AF9-D80A-F653-EC1F63AEA387}"/>
              </a:ext>
            </a:extLst>
          </p:cNvPr>
          <p:cNvSpPr/>
          <p:nvPr/>
        </p:nvSpPr>
        <p:spPr>
          <a:xfrm>
            <a:off x="0" y="0"/>
            <a:ext cx="12192000" cy="6858000"/>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2" name="Title 1">
            <a:extLst>
              <a:ext uri="{FF2B5EF4-FFF2-40B4-BE49-F238E27FC236}">
                <a16:creationId xmlns:a16="http://schemas.microsoft.com/office/drawing/2014/main" id="{BE4D0470-0DC0-6050-9293-2423AAFCE326}"/>
              </a:ext>
            </a:extLst>
          </p:cNvPr>
          <p:cNvSpPr>
            <a:spLocks noGrp="1"/>
          </p:cNvSpPr>
          <p:nvPr>
            <p:ph type="ctrTitle"/>
          </p:nvPr>
        </p:nvSpPr>
        <p:spPr>
          <a:xfrm>
            <a:off x="428039" y="1166842"/>
            <a:ext cx="6195663" cy="4524315"/>
          </a:xfrm>
        </p:spPr>
        <p:txBody>
          <a:bodyPr wrap="square">
            <a:spAutoFit/>
          </a:bodyPr>
          <a:lstStyle/>
          <a:p>
            <a:pPr algn="l">
              <a:lnSpc>
                <a:spcPct val="100000"/>
              </a:lnSpc>
            </a:pPr>
            <a:r>
              <a:rPr lang="en-PL" sz="4800">
                <a:solidFill>
                  <a:schemeClr val="tx1">
                    <a:lumMod val="75000"/>
                    <a:lumOff val="25000"/>
                  </a:schemeClr>
                </a:solidFill>
                <a:latin typeface="Inter Light" panose="02000503000000020004" pitchFamily="2" charset="0"/>
                <a:ea typeface="Inter Light" panose="02000503000000020004" pitchFamily="2" charset="0"/>
              </a:rPr>
              <a:t>Lectus nibh blandit sit pulvinar feugiat. Nisi dignissim in in dui. Lorem ipsum dolor sit amet consectetur.</a:t>
            </a:r>
          </a:p>
        </p:txBody>
      </p:sp>
      <p:sp>
        <p:nvSpPr>
          <p:cNvPr id="10" name="Subtitle 2">
            <a:extLst>
              <a:ext uri="{FF2B5EF4-FFF2-40B4-BE49-F238E27FC236}">
                <a16:creationId xmlns:a16="http://schemas.microsoft.com/office/drawing/2014/main" id="{25910EF2-1E53-11AC-95E2-E8673059F50E}"/>
              </a:ext>
            </a:extLst>
          </p:cNvPr>
          <p:cNvSpPr txBox="1">
            <a:spLocks/>
          </p:cNvSpPr>
          <p:nvPr/>
        </p:nvSpPr>
        <p:spPr>
          <a:xfrm>
            <a:off x="6651952" y="1804664"/>
            <a:ext cx="4621622" cy="2062103"/>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 Lorem ipsum dolor sit amet consectetur. Nam eget mauris volutpat nisl lacus. Lectus nibh blandit sit pulvinar feugiat. Nisi dignissim in in dui. Lorem ipsum dolor sit amet consectetur.</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Subtitle 2">
            <a:extLst>
              <a:ext uri="{FF2B5EF4-FFF2-40B4-BE49-F238E27FC236}">
                <a16:creationId xmlns:a16="http://schemas.microsoft.com/office/drawing/2014/main" id="{7FD68F3B-A9A8-1BF4-3A23-1EB0536EC75D}"/>
              </a:ext>
            </a:extLst>
          </p:cNvPr>
          <p:cNvSpPr txBox="1">
            <a:spLocks/>
          </p:cNvSpPr>
          <p:nvPr/>
        </p:nvSpPr>
        <p:spPr>
          <a:xfrm>
            <a:off x="6630544" y="1420347"/>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L" sz="1800">
                <a:solidFill>
                  <a:srgbClr val="222328"/>
                </a:solidFill>
                <a:latin typeface="Poppins" pitchFamily="2" charset="77"/>
                <a:cs typeface="Poppins" pitchFamily="2" charset="77"/>
              </a:rPr>
              <a:t>Product Description</a:t>
            </a:r>
          </a:p>
        </p:txBody>
      </p:sp>
      <p:sp>
        <p:nvSpPr>
          <p:cNvPr id="21" name="Subtitle 2">
            <a:extLst>
              <a:ext uri="{FF2B5EF4-FFF2-40B4-BE49-F238E27FC236}">
                <a16:creationId xmlns:a16="http://schemas.microsoft.com/office/drawing/2014/main" id="{BB2AD06E-F6CD-38FE-D182-DC664694FA2A}"/>
              </a:ext>
            </a:extLst>
          </p:cNvPr>
          <p:cNvSpPr txBox="1">
            <a:spLocks/>
          </p:cNvSpPr>
          <p:nvPr/>
        </p:nvSpPr>
        <p:spPr>
          <a:xfrm>
            <a:off x="6651952" y="4101448"/>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L" sz="1800">
                <a:solidFill>
                  <a:srgbClr val="222328"/>
                </a:solidFill>
                <a:latin typeface="Poppins" pitchFamily="2" charset="77"/>
                <a:cs typeface="Poppins" pitchFamily="2" charset="77"/>
              </a:rPr>
              <a:t>Product</a:t>
            </a:r>
            <a:r>
              <a:rPr lang="en-PL" sz="1800">
                <a:latin typeface="Poppins" pitchFamily="2" charset="77"/>
                <a:cs typeface="Poppins" pitchFamily="2" charset="77"/>
              </a:rPr>
              <a:t> Description</a:t>
            </a:r>
          </a:p>
        </p:txBody>
      </p:sp>
      <p:sp>
        <p:nvSpPr>
          <p:cNvPr id="22" name="Subtitle 2">
            <a:extLst>
              <a:ext uri="{FF2B5EF4-FFF2-40B4-BE49-F238E27FC236}">
                <a16:creationId xmlns:a16="http://schemas.microsoft.com/office/drawing/2014/main" id="{06F40CEF-489C-5AB3-FC54-6FA5D8F85BCC}"/>
              </a:ext>
            </a:extLst>
          </p:cNvPr>
          <p:cNvSpPr txBox="1">
            <a:spLocks/>
          </p:cNvSpPr>
          <p:nvPr/>
        </p:nvSpPr>
        <p:spPr>
          <a:xfrm>
            <a:off x="6673360" y="4455285"/>
            <a:ext cx="4621622" cy="10772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Subtitle 2">
            <a:extLst>
              <a:ext uri="{FF2B5EF4-FFF2-40B4-BE49-F238E27FC236}">
                <a16:creationId xmlns:a16="http://schemas.microsoft.com/office/drawing/2014/main" id="{5B818D05-28E5-9F03-09E4-F0B90D50DEF7}"/>
              </a:ext>
            </a:extLst>
          </p:cNvPr>
          <p:cNvSpPr txBox="1">
            <a:spLocks/>
          </p:cNvSpPr>
          <p:nvPr/>
        </p:nvSpPr>
        <p:spPr>
          <a:xfrm>
            <a:off x="520339" y="51704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13" name="Rounded Rectangle 12">
            <a:extLst>
              <a:ext uri="{FF2B5EF4-FFF2-40B4-BE49-F238E27FC236}">
                <a16:creationId xmlns:a16="http://schemas.microsoft.com/office/drawing/2014/main" id="{058E33DB-4862-98DE-FB75-C179E743BFED}"/>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F29D39FC-7677-BE9C-860E-DA3AE490859E}"/>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659DCC15-7148-EC52-66DA-8E8E4612B5E1}"/>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7" name="Rounded Rectangle 6">
            <a:extLst>
              <a:ext uri="{FF2B5EF4-FFF2-40B4-BE49-F238E27FC236}">
                <a16:creationId xmlns:a16="http://schemas.microsoft.com/office/drawing/2014/main" id="{BF1E9AD3-7FCC-DE4B-21DA-B94203835847}"/>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9" name="TextBox 8">
            <a:extLst>
              <a:ext uri="{FF2B5EF4-FFF2-40B4-BE49-F238E27FC236}">
                <a16:creationId xmlns:a16="http://schemas.microsoft.com/office/drawing/2014/main" id="{3591F805-B974-48E2-D9F3-BAACC35FD935}"/>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BB3253FD-C782-F1CF-7563-F43B52761222}"/>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864237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E4D97-069D-69AE-064B-D6FE1BDE936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9C46A06-5C96-44C4-5084-534211A548AE}"/>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583B6B8-0C72-1BAA-CA44-9CEB1287446A}"/>
              </a:ext>
            </a:extLst>
          </p:cNvPr>
          <p:cNvSpPr>
            <a:spLocks noGrp="1"/>
          </p:cNvSpPr>
          <p:nvPr>
            <p:ph type="ctrTitle"/>
          </p:nvPr>
        </p:nvSpPr>
        <p:spPr>
          <a:xfrm>
            <a:off x="3244913" y="2274838"/>
            <a:ext cx="6195663" cy="2308324"/>
          </a:xfrm>
        </p:spPr>
        <p:txBody>
          <a:bodyPr wrap="square">
            <a:spAutoFit/>
          </a:bodyPr>
          <a:lstStyle/>
          <a:p>
            <a:pPr algn="l">
              <a:lnSpc>
                <a:spcPct val="100000"/>
              </a:lnSpc>
            </a:pPr>
            <a:r>
              <a:rPr lang="en-PL" sz="4800">
                <a:solidFill>
                  <a:schemeClr val="bg1"/>
                </a:solidFill>
                <a:latin typeface="Inter Light" panose="02000503000000020004" pitchFamily="2" charset="0"/>
                <a:ea typeface="Inter Light" panose="02000503000000020004" pitchFamily="2" charset="0"/>
              </a:rPr>
              <a:t>Lectus nibh blandit sit pulvinar feugiat. Nisi dignissim in dui.</a:t>
            </a:r>
          </a:p>
        </p:txBody>
      </p:sp>
      <p:sp>
        <p:nvSpPr>
          <p:cNvPr id="9" name="Subtitle 2">
            <a:extLst>
              <a:ext uri="{FF2B5EF4-FFF2-40B4-BE49-F238E27FC236}">
                <a16:creationId xmlns:a16="http://schemas.microsoft.com/office/drawing/2014/main" id="{C3AA7C08-E1BC-87C0-18A9-BED3BBF344CD}"/>
              </a:ext>
            </a:extLst>
          </p:cNvPr>
          <p:cNvSpPr txBox="1">
            <a:spLocks/>
          </p:cNvSpPr>
          <p:nvPr/>
        </p:nvSpPr>
        <p:spPr>
          <a:xfrm>
            <a:off x="520339" y="51704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chemeClr val="bg1"/>
                </a:solidFill>
                <a:latin typeface="Poppins" pitchFamily="2" charset="77"/>
                <a:cs typeface="Poppins" pitchFamily="2" charset="77"/>
              </a:rPr>
              <a:t>SUBHEADER</a:t>
            </a:r>
          </a:p>
        </p:txBody>
      </p:sp>
      <p:sp>
        <p:nvSpPr>
          <p:cNvPr id="3" name="TextBox 2">
            <a:extLst>
              <a:ext uri="{FF2B5EF4-FFF2-40B4-BE49-F238E27FC236}">
                <a16:creationId xmlns:a16="http://schemas.microsoft.com/office/drawing/2014/main" id="{D78EB9D4-C6FC-D485-5524-06A261464631}"/>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bg1"/>
                </a:solidFill>
                <a:latin typeface="Inter Light" panose="02000503000000020004" pitchFamily="2" charset="0"/>
                <a:ea typeface="Inter Light" panose="02000503000000020004" pitchFamily="2" charset="0"/>
              </a:rPr>
              <a:t>CONFIDENTIAL</a:t>
            </a:r>
          </a:p>
        </p:txBody>
      </p:sp>
      <p:sp>
        <p:nvSpPr>
          <p:cNvPr id="4" name="TextBox 3">
            <a:extLst>
              <a:ext uri="{FF2B5EF4-FFF2-40B4-BE49-F238E27FC236}">
                <a16:creationId xmlns:a16="http://schemas.microsoft.com/office/drawing/2014/main" id="{8EDE77E3-CC49-0FAF-022D-1EE15C1A267B}"/>
              </a:ext>
            </a:extLst>
          </p:cNvPr>
          <p:cNvSpPr txBox="1"/>
          <p:nvPr/>
        </p:nvSpPr>
        <p:spPr>
          <a:xfrm>
            <a:off x="5057895" y="6320683"/>
            <a:ext cx="2076209" cy="307777"/>
          </a:xfrm>
          <a:prstGeom prst="rect">
            <a:avLst/>
          </a:prstGeom>
          <a:noFill/>
        </p:spPr>
        <p:txBody>
          <a:bodyPr wrap="none" rtlCol="0">
            <a:spAutoFit/>
          </a:bodyPr>
          <a:lstStyle/>
          <a:p>
            <a:r>
              <a:rPr lang="en-GB" sz="1400">
                <a:solidFill>
                  <a:schemeClr val="bg1"/>
                </a:solidFill>
                <a:latin typeface="Inter Light" panose="02000503000000020004" pitchFamily="2" charset="0"/>
                <a:ea typeface="Inter Light" panose="02000503000000020004" pitchFamily="2" charset="0"/>
              </a:rPr>
              <a:t>c</a:t>
            </a:r>
            <a:r>
              <a:rPr lang="en-PL" sz="1400">
                <a:solidFill>
                  <a:schemeClr val="bg1"/>
                </a:solidFill>
                <a:latin typeface="Inter Light" panose="02000503000000020004" pitchFamily="2" charset="0"/>
                <a:ea typeface="Inter Light" panose="02000503000000020004" pitchFamily="2" charset="0"/>
              </a:rPr>
              <a:t>atalogicsoftware.com</a:t>
            </a:r>
          </a:p>
        </p:txBody>
      </p:sp>
      <p:sp>
        <p:nvSpPr>
          <p:cNvPr id="5" name="TextBox 4">
            <a:extLst>
              <a:ext uri="{FF2B5EF4-FFF2-40B4-BE49-F238E27FC236}">
                <a16:creationId xmlns:a16="http://schemas.microsoft.com/office/drawing/2014/main" id="{AED78E23-AB09-0775-25F2-14691EFC0AB2}"/>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bg1"/>
                </a:solidFill>
                <a:latin typeface="Inter Light" panose="02000503000000020004" pitchFamily="2" charset="0"/>
                <a:ea typeface="Inter Light" panose="02000503000000020004" pitchFamily="2" charset="0"/>
              </a:rPr>
              <a:t>01</a:t>
            </a:r>
          </a:p>
        </p:txBody>
      </p:sp>
      <p:cxnSp>
        <p:nvCxnSpPr>
          <p:cNvPr id="6" name="Straight Connector 5">
            <a:extLst>
              <a:ext uri="{FF2B5EF4-FFF2-40B4-BE49-F238E27FC236}">
                <a16:creationId xmlns:a16="http://schemas.microsoft.com/office/drawing/2014/main" id="{53C82F8A-4B1A-AFAE-8633-35F04AFFE423}"/>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01186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D308E-0839-29E4-71E5-D79A98ACC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AE17E-165C-B5A0-A02D-BD5FBE607250}"/>
              </a:ext>
            </a:extLst>
          </p:cNvPr>
          <p:cNvSpPr>
            <a:spLocks noGrp="1"/>
          </p:cNvSpPr>
          <p:nvPr>
            <p:ph type="ctrTitle"/>
          </p:nvPr>
        </p:nvSpPr>
        <p:spPr>
          <a:xfrm>
            <a:off x="8315739" y="1616429"/>
            <a:ext cx="3692939" cy="2608406"/>
          </a:xfrm>
        </p:spPr>
        <p:txBody>
          <a:bodyPr wrap="square">
            <a:spAutoFit/>
          </a:bodyPr>
          <a:lstStyle/>
          <a:p>
            <a:pPr algn="l"/>
            <a:r>
              <a:rPr lang="en-PL">
                <a:solidFill>
                  <a:srgbClr val="1E2A3E"/>
                </a:solidFill>
                <a:cs typeface="Poppins" pitchFamily="2" charset="77"/>
              </a:rPr>
              <a:t>Social Media Plan</a:t>
            </a:r>
          </a:p>
        </p:txBody>
      </p:sp>
      <p:sp>
        <p:nvSpPr>
          <p:cNvPr id="7" name="Subtitle 2">
            <a:extLst>
              <a:ext uri="{FF2B5EF4-FFF2-40B4-BE49-F238E27FC236}">
                <a16:creationId xmlns:a16="http://schemas.microsoft.com/office/drawing/2014/main" id="{288CD5F6-E3DF-B04F-F79C-E80544737D0A}"/>
              </a:ext>
            </a:extLst>
          </p:cNvPr>
          <p:cNvSpPr txBox="1">
            <a:spLocks/>
          </p:cNvSpPr>
          <p:nvPr/>
        </p:nvSpPr>
        <p:spPr>
          <a:xfrm>
            <a:off x="416118" y="4639934"/>
            <a:ext cx="3260827" cy="116955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8" name="Rectangle 7">
            <a:extLst>
              <a:ext uri="{FF2B5EF4-FFF2-40B4-BE49-F238E27FC236}">
                <a16:creationId xmlns:a16="http://schemas.microsoft.com/office/drawing/2014/main" id="{6E164046-60D6-6ABE-88A2-7F01E5C8E788}"/>
              </a:ext>
            </a:extLst>
          </p:cNvPr>
          <p:cNvSpPr/>
          <p:nvPr/>
        </p:nvSpPr>
        <p:spPr>
          <a:xfrm>
            <a:off x="390939" y="1524000"/>
            <a:ext cx="7411941" cy="2793265"/>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9" name="Subtitle 2">
            <a:extLst>
              <a:ext uri="{FF2B5EF4-FFF2-40B4-BE49-F238E27FC236}">
                <a16:creationId xmlns:a16="http://schemas.microsoft.com/office/drawing/2014/main" id="{B0A5F9E1-ED64-E8C0-9CB9-26B86C3B86D2}"/>
              </a:ext>
            </a:extLst>
          </p:cNvPr>
          <p:cNvSpPr txBox="1">
            <a:spLocks/>
          </p:cNvSpPr>
          <p:nvPr/>
        </p:nvSpPr>
        <p:spPr>
          <a:xfrm>
            <a:off x="4542053" y="4639935"/>
            <a:ext cx="3260827" cy="116955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0" name="Subtitle 2">
            <a:extLst>
              <a:ext uri="{FF2B5EF4-FFF2-40B4-BE49-F238E27FC236}">
                <a16:creationId xmlns:a16="http://schemas.microsoft.com/office/drawing/2014/main" id="{80C99CED-6676-8C69-7AC4-B31621C56B7F}"/>
              </a:ext>
            </a:extLst>
          </p:cNvPr>
          <p:cNvSpPr txBox="1">
            <a:spLocks/>
          </p:cNvSpPr>
          <p:nvPr/>
        </p:nvSpPr>
        <p:spPr>
          <a:xfrm>
            <a:off x="8203979" y="4639934"/>
            <a:ext cx="3260827" cy="116955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Rounded Rectangle 18">
            <a:extLst>
              <a:ext uri="{FF2B5EF4-FFF2-40B4-BE49-F238E27FC236}">
                <a16:creationId xmlns:a16="http://schemas.microsoft.com/office/drawing/2014/main" id="{79217E16-6B44-AC6B-33B5-DEDACF87472E}"/>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11" name="TextBox 10">
            <a:extLst>
              <a:ext uri="{FF2B5EF4-FFF2-40B4-BE49-F238E27FC236}">
                <a16:creationId xmlns:a16="http://schemas.microsoft.com/office/drawing/2014/main" id="{CB86E893-E057-1E7C-7EA7-083AD8038435}"/>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85F0620F-2183-5419-098E-89E424921F1C}"/>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6" name="Rounded Rectangle 5">
            <a:extLst>
              <a:ext uri="{FF2B5EF4-FFF2-40B4-BE49-F238E27FC236}">
                <a16:creationId xmlns:a16="http://schemas.microsoft.com/office/drawing/2014/main" id="{02266A7D-D22C-7305-96E0-7EDD1188D5C6}"/>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3" name="Graphic 12">
            <a:extLst>
              <a:ext uri="{FF2B5EF4-FFF2-40B4-BE49-F238E27FC236}">
                <a16:creationId xmlns:a16="http://schemas.microsoft.com/office/drawing/2014/main" id="{BE483599-E38D-3395-DB21-FE05FD68B7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4" name="TextBox 13">
            <a:extLst>
              <a:ext uri="{FF2B5EF4-FFF2-40B4-BE49-F238E27FC236}">
                <a16:creationId xmlns:a16="http://schemas.microsoft.com/office/drawing/2014/main" id="{73E2C936-A95A-4D5B-F669-F45253701021}"/>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B2E1CE87-6FA8-4818-0E8F-CF3327462784}"/>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62385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CD9A8-13D7-82F6-604F-28E8C712516A}"/>
            </a:ext>
          </a:extLst>
        </p:cNvPr>
        <p:cNvGrpSpPr/>
        <p:nvPr/>
      </p:nvGrpSpPr>
      <p:grpSpPr>
        <a:xfrm>
          <a:off x="0" y="0"/>
          <a:ext cx="0" cy="0"/>
          <a:chOff x="0" y="0"/>
          <a:chExt cx="0" cy="0"/>
        </a:xfrm>
      </p:grpSpPr>
      <p:sp>
        <p:nvSpPr>
          <p:cNvPr id="7" name="Subtitle 2">
            <a:extLst>
              <a:ext uri="{FF2B5EF4-FFF2-40B4-BE49-F238E27FC236}">
                <a16:creationId xmlns:a16="http://schemas.microsoft.com/office/drawing/2014/main" id="{9C057972-34A5-7FDB-30A8-BFAF734E9975}"/>
              </a:ext>
            </a:extLst>
          </p:cNvPr>
          <p:cNvSpPr txBox="1">
            <a:spLocks/>
          </p:cNvSpPr>
          <p:nvPr/>
        </p:nvSpPr>
        <p:spPr>
          <a:xfrm>
            <a:off x="4465586" y="1657069"/>
            <a:ext cx="3260827" cy="116955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9" name="Subtitle 2">
            <a:extLst>
              <a:ext uri="{FF2B5EF4-FFF2-40B4-BE49-F238E27FC236}">
                <a16:creationId xmlns:a16="http://schemas.microsoft.com/office/drawing/2014/main" id="{E43B0ED6-A46C-53B3-F2D8-4188BFE7F83A}"/>
              </a:ext>
            </a:extLst>
          </p:cNvPr>
          <p:cNvSpPr txBox="1">
            <a:spLocks/>
          </p:cNvSpPr>
          <p:nvPr/>
        </p:nvSpPr>
        <p:spPr>
          <a:xfrm>
            <a:off x="4465585" y="3371578"/>
            <a:ext cx="3260827" cy="116955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Subtitle 2">
            <a:extLst>
              <a:ext uri="{FF2B5EF4-FFF2-40B4-BE49-F238E27FC236}">
                <a16:creationId xmlns:a16="http://schemas.microsoft.com/office/drawing/2014/main" id="{F960260F-1231-4E92-6FD9-707B232F772E}"/>
              </a:ext>
            </a:extLst>
          </p:cNvPr>
          <p:cNvSpPr txBox="1">
            <a:spLocks/>
          </p:cNvSpPr>
          <p:nvPr/>
        </p:nvSpPr>
        <p:spPr>
          <a:xfrm>
            <a:off x="7940306" y="1657069"/>
            <a:ext cx="3260827" cy="116955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6" name="Subtitle 2">
            <a:extLst>
              <a:ext uri="{FF2B5EF4-FFF2-40B4-BE49-F238E27FC236}">
                <a16:creationId xmlns:a16="http://schemas.microsoft.com/office/drawing/2014/main" id="{27847991-0996-E62F-FCF4-FEF6543D7426}"/>
              </a:ext>
            </a:extLst>
          </p:cNvPr>
          <p:cNvSpPr txBox="1">
            <a:spLocks/>
          </p:cNvSpPr>
          <p:nvPr/>
        </p:nvSpPr>
        <p:spPr>
          <a:xfrm>
            <a:off x="7940305" y="3371578"/>
            <a:ext cx="3260827" cy="116955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6" name="Title 1">
            <a:extLst>
              <a:ext uri="{FF2B5EF4-FFF2-40B4-BE49-F238E27FC236}">
                <a16:creationId xmlns:a16="http://schemas.microsoft.com/office/drawing/2014/main" id="{E6DA73E2-A3AA-6D1C-53EF-E0EB05D817F2}"/>
              </a:ext>
            </a:extLst>
          </p:cNvPr>
          <p:cNvSpPr txBox="1">
            <a:spLocks/>
          </p:cNvSpPr>
          <p:nvPr/>
        </p:nvSpPr>
        <p:spPr>
          <a:xfrm>
            <a:off x="751793" y="2074148"/>
            <a:ext cx="3692939" cy="2608406"/>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pPr algn="l"/>
            <a:r>
              <a:rPr lang="en-PL">
                <a:solidFill>
                  <a:srgbClr val="1E2A3E"/>
                </a:solidFill>
              </a:rPr>
              <a:t>Social Media Plan</a:t>
            </a:r>
          </a:p>
        </p:txBody>
      </p:sp>
      <p:sp>
        <p:nvSpPr>
          <p:cNvPr id="17" name="Rounded Rectangle 16">
            <a:extLst>
              <a:ext uri="{FF2B5EF4-FFF2-40B4-BE49-F238E27FC236}">
                <a16:creationId xmlns:a16="http://schemas.microsoft.com/office/drawing/2014/main" id="{E2BC4471-2210-B660-F4D5-B233CF7132A9}"/>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11" name="TextBox 10">
            <a:extLst>
              <a:ext uri="{FF2B5EF4-FFF2-40B4-BE49-F238E27FC236}">
                <a16:creationId xmlns:a16="http://schemas.microsoft.com/office/drawing/2014/main" id="{32685F34-5611-54C7-F0F5-39C30A2F8932}"/>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BD4F2B39-CEEA-1080-0429-BA4C97DE68A4}"/>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8" name="Rounded Rectangle 7">
            <a:extLst>
              <a:ext uri="{FF2B5EF4-FFF2-40B4-BE49-F238E27FC236}">
                <a16:creationId xmlns:a16="http://schemas.microsoft.com/office/drawing/2014/main" id="{E6D5BF4A-39D3-255E-A3D4-329FE51C73A2}"/>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0" name="Graphic 9">
            <a:extLst>
              <a:ext uri="{FF2B5EF4-FFF2-40B4-BE49-F238E27FC236}">
                <a16:creationId xmlns:a16="http://schemas.microsoft.com/office/drawing/2014/main" id="{56702931-F771-41C6-02F5-2B69B7C5E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3" name="TextBox 12">
            <a:extLst>
              <a:ext uri="{FF2B5EF4-FFF2-40B4-BE49-F238E27FC236}">
                <a16:creationId xmlns:a16="http://schemas.microsoft.com/office/drawing/2014/main" id="{6D9DF5A3-B36C-1216-1F29-3B924174FAD0}"/>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2" name="TextBox 1">
            <a:extLst>
              <a:ext uri="{FF2B5EF4-FFF2-40B4-BE49-F238E27FC236}">
                <a16:creationId xmlns:a16="http://schemas.microsoft.com/office/drawing/2014/main" id="{1BBF479E-48DC-FC0F-8989-60047C523F2E}"/>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1040462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8F5C-3533-D6CC-2B76-88193B4A8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5E22C-167B-FD39-86B8-E6BFE6E3E9CA}"/>
              </a:ext>
            </a:extLst>
          </p:cNvPr>
          <p:cNvSpPr>
            <a:spLocks noGrp="1"/>
          </p:cNvSpPr>
          <p:nvPr>
            <p:ph type="ctrTitle"/>
          </p:nvPr>
        </p:nvSpPr>
        <p:spPr>
          <a:xfrm>
            <a:off x="751793" y="2074148"/>
            <a:ext cx="3692939" cy="2608406"/>
          </a:xfrm>
        </p:spPr>
        <p:txBody>
          <a:bodyPr wrap="square">
            <a:spAutoFit/>
          </a:bodyPr>
          <a:lstStyle/>
          <a:p>
            <a:pPr algn="l"/>
            <a:r>
              <a:rPr lang="en-PL">
                <a:solidFill>
                  <a:srgbClr val="1E2A3E"/>
                </a:solidFill>
                <a:cs typeface="Poppins" pitchFamily="2" charset="77"/>
              </a:rPr>
              <a:t>Social Media Plan</a:t>
            </a:r>
          </a:p>
        </p:txBody>
      </p:sp>
      <p:sp>
        <p:nvSpPr>
          <p:cNvPr id="7" name="Subtitle 2">
            <a:extLst>
              <a:ext uri="{FF2B5EF4-FFF2-40B4-BE49-F238E27FC236}">
                <a16:creationId xmlns:a16="http://schemas.microsoft.com/office/drawing/2014/main" id="{38F8FB22-63CA-B185-4763-E779160AA142}"/>
              </a:ext>
            </a:extLst>
          </p:cNvPr>
          <p:cNvSpPr txBox="1">
            <a:spLocks/>
          </p:cNvSpPr>
          <p:nvPr/>
        </p:nvSpPr>
        <p:spPr>
          <a:xfrm>
            <a:off x="5711240" y="2074148"/>
            <a:ext cx="5084814" cy="73866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8" name="Subtitle 2">
            <a:extLst>
              <a:ext uri="{FF2B5EF4-FFF2-40B4-BE49-F238E27FC236}">
                <a16:creationId xmlns:a16="http://schemas.microsoft.com/office/drawing/2014/main" id="{7E5A0F2F-0B2E-7B52-D6BF-CEB648122B58}"/>
              </a:ext>
            </a:extLst>
          </p:cNvPr>
          <p:cNvSpPr txBox="1">
            <a:spLocks/>
          </p:cNvSpPr>
          <p:nvPr/>
        </p:nvSpPr>
        <p:spPr>
          <a:xfrm>
            <a:off x="5711240" y="3059668"/>
            <a:ext cx="5084814" cy="73866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0" name="Subtitle 2">
            <a:extLst>
              <a:ext uri="{FF2B5EF4-FFF2-40B4-BE49-F238E27FC236}">
                <a16:creationId xmlns:a16="http://schemas.microsoft.com/office/drawing/2014/main" id="{79C6E462-6C89-2778-C76A-FB8F1BA3589D}"/>
              </a:ext>
            </a:extLst>
          </p:cNvPr>
          <p:cNvSpPr txBox="1">
            <a:spLocks/>
          </p:cNvSpPr>
          <p:nvPr/>
        </p:nvSpPr>
        <p:spPr>
          <a:xfrm>
            <a:off x="5711240" y="4045188"/>
            <a:ext cx="5084814" cy="73866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2" name="Title 1">
            <a:extLst>
              <a:ext uri="{FF2B5EF4-FFF2-40B4-BE49-F238E27FC236}">
                <a16:creationId xmlns:a16="http://schemas.microsoft.com/office/drawing/2014/main" id="{22FDF1FC-A0A2-EF77-5512-19F8535A06B3}"/>
              </a:ext>
            </a:extLst>
          </p:cNvPr>
          <p:cNvSpPr txBox="1">
            <a:spLocks/>
          </p:cNvSpPr>
          <p:nvPr/>
        </p:nvSpPr>
        <p:spPr>
          <a:xfrm>
            <a:off x="4886502" y="2157248"/>
            <a:ext cx="824738"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1E2A3E"/>
                </a:solidFill>
                <a:latin typeface="Inter Light" panose="02000503000000020004" pitchFamily="2" charset="0"/>
                <a:ea typeface="Inter Light" panose="02000503000000020004" pitchFamily="2" charset="0"/>
              </a:rPr>
              <a:t>01</a:t>
            </a:r>
          </a:p>
        </p:txBody>
      </p:sp>
      <p:sp>
        <p:nvSpPr>
          <p:cNvPr id="35" name="Title 1">
            <a:extLst>
              <a:ext uri="{FF2B5EF4-FFF2-40B4-BE49-F238E27FC236}">
                <a16:creationId xmlns:a16="http://schemas.microsoft.com/office/drawing/2014/main" id="{1092FFE5-9636-C641-EFB4-B10F29B24FCA}"/>
              </a:ext>
            </a:extLst>
          </p:cNvPr>
          <p:cNvSpPr txBox="1">
            <a:spLocks/>
          </p:cNvSpPr>
          <p:nvPr/>
        </p:nvSpPr>
        <p:spPr>
          <a:xfrm>
            <a:off x="4886502" y="3142768"/>
            <a:ext cx="824738"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1E2A3E"/>
                </a:solidFill>
                <a:latin typeface="Inter Light" panose="02000503000000020004" pitchFamily="2" charset="0"/>
                <a:ea typeface="Inter Light" panose="02000503000000020004" pitchFamily="2" charset="0"/>
              </a:rPr>
              <a:t>02</a:t>
            </a:r>
          </a:p>
        </p:txBody>
      </p:sp>
      <p:sp>
        <p:nvSpPr>
          <p:cNvPr id="36" name="Title 1">
            <a:extLst>
              <a:ext uri="{FF2B5EF4-FFF2-40B4-BE49-F238E27FC236}">
                <a16:creationId xmlns:a16="http://schemas.microsoft.com/office/drawing/2014/main" id="{94FCA05E-2D5D-98F6-D7EB-AF85D2F5769D}"/>
              </a:ext>
            </a:extLst>
          </p:cNvPr>
          <p:cNvSpPr txBox="1">
            <a:spLocks/>
          </p:cNvSpPr>
          <p:nvPr/>
        </p:nvSpPr>
        <p:spPr>
          <a:xfrm>
            <a:off x="4886502" y="4128288"/>
            <a:ext cx="824738" cy="286232"/>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r>
              <a:rPr lang="en-PL" sz="1400">
                <a:solidFill>
                  <a:srgbClr val="1E2A3E"/>
                </a:solidFill>
                <a:latin typeface="Inter Light" panose="02000503000000020004" pitchFamily="2" charset="0"/>
                <a:ea typeface="Inter Light" panose="02000503000000020004" pitchFamily="2" charset="0"/>
              </a:rPr>
              <a:t>03</a:t>
            </a:r>
          </a:p>
        </p:txBody>
      </p:sp>
      <p:sp>
        <p:nvSpPr>
          <p:cNvPr id="16" name="Rounded Rectangle 15">
            <a:extLst>
              <a:ext uri="{FF2B5EF4-FFF2-40B4-BE49-F238E27FC236}">
                <a16:creationId xmlns:a16="http://schemas.microsoft.com/office/drawing/2014/main" id="{7636D3B8-FA3A-08F6-148E-FFCA118E0857}"/>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11" name="TextBox 10">
            <a:extLst>
              <a:ext uri="{FF2B5EF4-FFF2-40B4-BE49-F238E27FC236}">
                <a16:creationId xmlns:a16="http://schemas.microsoft.com/office/drawing/2014/main" id="{0D3135BF-AD97-A191-42D1-82762F8E0E2F}"/>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07B53566-7CDB-69C8-E263-2065F8C2D02A}"/>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6" name="Rounded Rectangle 5">
            <a:extLst>
              <a:ext uri="{FF2B5EF4-FFF2-40B4-BE49-F238E27FC236}">
                <a16:creationId xmlns:a16="http://schemas.microsoft.com/office/drawing/2014/main" id="{8A9EBB09-EBD6-E749-E5D7-E0398C1F08A4}"/>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9" name="Graphic 8">
            <a:extLst>
              <a:ext uri="{FF2B5EF4-FFF2-40B4-BE49-F238E27FC236}">
                <a16:creationId xmlns:a16="http://schemas.microsoft.com/office/drawing/2014/main" id="{BBF7CE96-D220-34E1-71A7-7C467E93EC0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3" name="TextBox 12">
            <a:extLst>
              <a:ext uri="{FF2B5EF4-FFF2-40B4-BE49-F238E27FC236}">
                <a16:creationId xmlns:a16="http://schemas.microsoft.com/office/drawing/2014/main" id="{DEFAB369-CA2C-F2A1-C04D-5D55D72C396C}"/>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3" name="TextBox 2">
            <a:extLst>
              <a:ext uri="{FF2B5EF4-FFF2-40B4-BE49-F238E27FC236}">
                <a16:creationId xmlns:a16="http://schemas.microsoft.com/office/drawing/2014/main" id="{32DEADE9-474D-FB2B-2136-A2C1CF9F2623}"/>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30072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D63E5-66A3-924E-13C7-E666B7299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45C9D-4160-265D-9D23-9CD501F4F6B4}"/>
              </a:ext>
            </a:extLst>
          </p:cNvPr>
          <p:cNvSpPr>
            <a:spLocks noGrp="1"/>
          </p:cNvSpPr>
          <p:nvPr>
            <p:ph type="ctrTitle"/>
          </p:nvPr>
        </p:nvSpPr>
        <p:spPr>
          <a:xfrm>
            <a:off x="1524000" y="3007012"/>
            <a:ext cx="9144000" cy="946413"/>
          </a:xfrm>
        </p:spPr>
        <p:txBody>
          <a:bodyPr>
            <a:spAutoFit/>
          </a:bodyPr>
          <a:lstStyle/>
          <a:p>
            <a:pPr algn="l"/>
            <a:r>
              <a:rPr lang="en-PL">
                <a:solidFill>
                  <a:srgbClr val="1E2A3E"/>
                </a:solidFill>
                <a:cs typeface="Poppins" pitchFamily="2" charset="77"/>
              </a:rPr>
              <a:t>Social Media Plan</a:t>
            </a:r>
          </a:p>
        </p:txBody>
      </p:sp>
      <p:sp>
        <p:nvSpPr>
          <p:cNvPr id="6" name="TextBox 5">
            <a:extLst>
              <a:ext uri="{FF2B5EF4-FFF2-40B4-BE49-F238E27FC236}">
                <a16:creationId xmlns:a16="http://schemas.microsoft.com/office/drawing/2014/main" id="{AD7774B2-3CCF-4C5B-5CFD-3D970E861B6C}"/>
              </a:ext>
            </a:extLst>
          </p:cNvPr>
          <p:cNvSpPr txBox="1"/>
          <p:nvPr/>
        </p:nvSpPr>
        <p:spPr>
          <a:xfrm>
            <a:off x="1524000" y="2328934"/>
            <a:ext cx="425116" cy="369332"/>
          </a:xfrm>
          <a:prstGeom prst="rect">
            <a:avLst/>
          </a:prstGeom>
          <a:noFill/>
        </p:spPr>
        <p:txBody>
          <a:bodyPr wrap="none" rtlCol="0">
            <a:spAutoFit/>
          </a:bodyPr>
          <a:lstStyle/>
          <a:p>
            <a:r>
              <a:rPr lang="en-PL" dirty="0">
                <a:solidFill>
                  <a:srgbClr val="D62293"/>
                </a:solidFill>
                <a:latin typeface="Inter" panose="02000503000000020004" pitchFamily="2" charset="0"/>
                <a:ea typeface="Inter" panose="02000503000000020004" pitchFamily="2" charset="0"/>
              </a:rPr>
              <a:t>01</a:t>
            </a:r>
          </a:p>
        </p:txBody>
      </p:sp>
      <p:sp>
        <p:nvSpPr>
          <p:cNvPr id="11" name="TextBox 10">
            <a:extLst>
              <a:ext uri="{FF2B5EF4-FFF2-40B4-BE49-F238E27FC236}">
                <a16:creationId xmlns:a16="http://schemas.microsoft.com/office/drawing/2014/main" id="{035D4C7D-E61A-321A-00A8-C1F227C6141D}"/>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BB9453B4-CDFB-6B13-D634-4D449D48D2ED}"/>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pic>
        <p:nvPicPr>
          <p:cNvPr id="8" name="Graphic 7">
            <a:extLst>
              <a:ext uri="{FF2B5EF4-FFF2-40B4-BE49-F238E27FC236}">
                <a16:creationId xmlns:a16="http://schemas.microsoft.com/office/drawing/2014/main" id="{3CA5661C-3518-1215-3BDE-FB70EEF74F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9" name="TextBox 8">
            <a:extLst>
              <a:ext uri="{FF2B5EF4-FFF2-40B4-BE49-F238E27FC236}">
                <a16:creationId xmlns:a16="http://schemas.microsoft.com/office/drawing/2014/main" id="{56B4E8CD-26AF-BF4A-9CD2-AC3470896F1A}"/>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3" name="TextBox 2">
            <a:extLst>
              <a:ext uri="{FF2B5EF4-FFF2-40B4-BE49-F238E27FC236}">
                <a16:creationId xmlns:a16="http://schemas.microsoft.com/office/drawing/2014/main" id="{75D8FABA-037D-9460-EB43-5A818B1CC2B8}"/>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1851019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E4413-56FF-5D22-BFE9-88F2DF1B2C17}"/>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9206FFEF-35CA-3474-3D71-9D7DAD659C6A}"/>
              </a:ext>
            </a:extLst>
          </p:cNvPr>
          <p:cNvSpPr/>
          <p:nvPr/>
        </p:nvSpPr>
        <p:spPr>
          <a:xfrm>
            <a:off x="6705600" y="-1"/>
            <a:ext cx="5486400" cy="6118203"/>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2" name="Title 1">
            <a:extLst>
              <a:ext uri="{FF2B5EF4-FFF2-40B4-BE49-F238E27FC236}">
                <a16:creationId xmlns:a16="http://schemas.microsoft.com/office/drawing/2014/main" id="{474EC825-BC75-2F82-1E93-A0F3B6F3A877}"/>
              </a:ext>
            </a:extLst>
          </p:cNvPr>
          <p:cNvSpPr>
            <a:spLocks noGrp="1"/>
          </p:cNvSpPr>
          <p:nvPr>
            <p:ph type="ctrTitle"/>
          </p:nvPr>
        </p:nvSpPr>
        <p:spPr>
          <a:xfrm>
            <a:off x="509937" y="1170098"/>
            <a:ext cx="6195663" cy="775597"/>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10" name="Subtitle 2">
            <a:extLst>
              <a:ext uri="{FF2B5EF4-FFF2-40B4-BE49-F238E27FC236}">
                <a16:creationId xmlns:a16="http://schemas.microsoft.com/office/drawing/2014/main" id="{85F70297-82C3-820C-1F66-305745DFA9A9}"/>
              </a:ext>
            </a:extLst>
          </p:cNvPr>
          <p:cNvSpPr txBox="1">
            <a:spLocks/>
          </p:cNvSpPr>
          <p:nvPr/>
        </p:nvSpPr>
        <p:spPr>
          <a:xfrm>
            <a:off x="509936" y="2559657"/>
            <a:ext cx="5667343" cy="292900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 Lorem ipsum dolor sit amet consectetur. Nam eget mauris volutpat nisl lacus. Lectus nibh blandit sit pulvinar feugiat. Nisi dignissim in in dui. Lorem ipsum dolor sit amet consectetur.</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 Lorem ipsum dolor sit amet consectetur.</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Subtitle 2">
            <a:extLst>
              <a:ext uri="{FF2B5EF4-FFF2-40B4-BE49-F238E27FC236}">
                <a16:creationId xmlns:a16="http://schemas.microsoft.com/office/drawing/2014/main" id="{E0A5FEFB-662A-361B-77FD-5D17AB6316FF}"/>
              </a:ext>
            </a:extLst>
          </p:cNvPr>
          <p:cNvSpPr txBox="1">
            <a:spLocks/>
          </p:cNvSpPr>
          <p:nvPr/>
        </p:nvSpPr>
        <p:spPr>
          <a:xfrm>
            <a:off x="509937" y="2084954"/>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222328"/>
                </a:solidFill>
                <a:latin typeface="Poppins" pitchFamily="2" charset="77"/>
                <a:cs typeface="Poppins" pitchFamily="2" charset="77"/>
              </a:rPr>
              <a:t>Product</a:t>
            </a:r>
            <a:r>
              <a:rPr lang="en-PL" sz="1800">
                <a:latin typeface="Poppins" pitchFamily="2" charset="77"/>
                <a:cs typeface="Poppins" pitchFamily="2" charset="77"/>
              </a:rPr>
              <a:t> Description</a:t>
            </a:r>
          </a:p>
        </p:txBody>
      </p:sp>
      <p:sp>
        <p:nvSpPr>
          <p:cNvPr id="7" name="Subtitle 2">
            <a:extLst>
              <a:ext uri="{FF2B5EF4-FFF2-40B4-BE49-F238E27FC236}">
                <a16:creationId xmlns:a16="http://schemas.microsoft.com/office/drawing/2014/main" id="{9DD9D82F-CF69-B0EF-2805-B10AEBB01D8D}"/>
              </a:ext>
            </a:extLst>
          </p:cNvPr>
          <p:cNvSpPr txBox="1">
            <a:spLocks/>
          </p:cNvSpPr>
          <p:nvPr/>
        </p:nvSpPr>
        <p:spPr>
          <a:xfrm>
            <a:off x="520339" y="517041"/>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14" name="Rounded Rectangle 13">
            <a:extLst>
              <a:ext uri="{FF2B5EF4-FFF2-40B4-BE49-F238E27FC236}">
                <a16:creationId xmlns:a16="http://schemas.microsoft.com/office/drawing/2014/main" id="{21EF1459-A1A9-714C-261C-5ED13A7D8C7B}"/>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45FEE4C2-1D75-EF2B-C327-302975E769BE}"/>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9" name="Straight Connector 8">
            <a:extLst>
              <a:ext uri="{FF2B5EF4-FFF2-40B4-BE49-F238E27FC236}">
                <a16:creationId xmlns:a16="http://schemas.microsoft.com/office/drawing/2014/main" id="{C11E5618-E8AF-C3C5-3821-BD74291E9742}"/>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3" name="Rounded Rectangle 2">
            <a:extLst>
              <a:ext uri="{FF2B5EF4-FFF2-40B4-BE49-F238E27FC236}">
                <a16:creationId xmlns:a16="http://schemas.microsoft.com/office/drawing/2014/main" id="{6485B9F0-6224-05C7-3CDF-3C83991FA321}"/>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sp>
        <p:nvSpPr>
          <p:cNvPr id="11" name="TextBox 10">
            <a:extLst>
              <a:ext uri="{FF2B5EF4-FFF2-40B4-BE49-F238E27FC236}">
                <a16:creationId xmlns:a16="http://schemas.microsoft.com/office/drawing/2014/main" id="{1C846BFA-174A-0E6D-52CE-2D7C653077B3}"/>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B7395C7A-9FF3-577B-A11C-5D4A0CEA970F}"/>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252749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BCEE8-F4C6-4C73-D577-5C7605FC3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52457-0C45-3A5B-4B9F-C79A49A4B4D9}"/>
              </a:ext>
            </a:extLst>
          </p:cNvPr>
          <p:cNvSpPr>
            <a:spLocks noGrp="1"/>
          </p:cNvSpPr>
          <p:nvPr>
            <p:ph type="ctrTitle"/>
          </p:nvPr>
        </p:nvSpPr>
        <p:spPr>
          <a:xfrm>
            <a:off x="509937" y="1170098"/>
            <a:ext cx="6195663" cy="775597"/>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10" name="Subtitle 2">
            <a:extLst>
              <a:ext uri="{FF2B5EF4-FFF2-40B4-BE49-F238E27FC236}">
                <a16:creationId xmlns:a16="http://schemas.microsoft.com/office/drawing/2014/main" id="{C4FCF18B-99A5-DC1E-BFA6-A7C1FD9FE548}"/>
              </a:ext>
            </a:extLst>
          </p:cNvPr>
          <p:cNvSpPr txBox="1">
            <a:spLocks/>
          </p:cNvSpPr>
          <p:nvPr/>
        </p:nvSpPr>
        <p:spPr>
          <a:xfrm>
            <a:off x="836995" y="3269417"/>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Subtitle 2">
            <a:extLst>
              <a:ext uri="{FF2B5EF4-FFF2-40B4-BE49-F238E27FC236}">
                <a16:creationId xmlns:a16="http://schemas.microsoft.com/office/drawing/2014/main" id="{678535BA-A55F-BFFC-C9EB-ACDF63E2602C}"/>
              </a:ext>
            </a:extLst>
          </p:cNvPr>
          <p:cNvSpPr txBox="1">
            <a:spLocks/>
          </p:cNvSpPr>
          <p:nvPr/>
        </p:nvSpPr>
        <p:spPr>
          <a:xfrm>
            <a:off x="800229" y="3010713"/>
            <a:ext cx="1946846"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latin typeface="Poppins" pitchFamily="2" charset="77"/>
                <a:cs typeface="Poppins" pitchFamily="2" charset="77"/>
              </a:rPr>
              <a:t>Product Description</a:t>
            </a:r>
          </a:p>
        </p:txBody>
      </p:sp>
      <p:cxnSp>
        <p:nvCxnSpPr>
          <p:cNvPr id="7" name="Straight Arrow Connector 6">
            <a:extLst>
              <a:ext uri="{FF2B5EF4-FFF2-40B4-BE49-F238E27FC236}">
                <a16:creationId xmlns:a16="http://schemas.microsoft.com/office/drawing/2014/main" id="{03F9253B-DF17-55C1-989E-7780B688107D}"/>
              </a:ext>
            </a:extLst>
          </p:cNvPr>
          <p:cNvCxnSpPr/>
          <p:nvPr/>
        </p:nvCxnSpPr>
        <p:spPr>
          <a:xfrm>
            <a:off x="509937" y="4226560"/>
            <a:ext cx="10909903" cy="0"/>
          </a:xfrm>
          <a:prstGeom prst="straightConnector1">
            <a:avLst/>
          </a:prstGeom>
          <a:ln w="25400">
            <a:solidFill>
              <a:schemeClr val="tx1">
                <a:lumMod val="95000"/>
                <a:lumOff val="5000"/>
              </a:schemeClr>
            </a:solidFill>
            <a:headEnd w="lg" len="med"/>
            <a:tailEnd type="triangle"/>
          </a:ln>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F21AFA97-8DDC-6164-C5DB-AB2AE8EAE905}"/>
              </a:ext>
            </a:extLst>
          </p:cNvPr>
          <p:cNvCxnSpPr/>
          <p:nvPr/>
        </p:nvCxnSpPr>
        <p:spPr>
          <a:xfrm flipV="1">
            <a:off x="774097" y="3390654"/>
            <a:ext cx="0" cy="835906"/>
          </a:xfrm>
          <a:prstGeom prst="line">
            <a:avLst/>
          </a:prstGeom>
          <a:ln w="12700">
            <a:solidFill>
              <a:schemeClr val="tx1">
                <a:lumMod val="95000"/>
                <a:lumOff val="5000"/>
              </a:schemeClr>
            </a:solidFill>
            <a:tailEnd type="ova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975036F-29C1-F6F4-CA31-585B635DA18C}"/>
              </a:ext>
            </a:extLst>
          </p:cNvPr>
          <p:cNvCxnSpPr/>
          <p:nvPr/>
        </p:nvCxnSpPr>
        <p:spPr>
          <a:xfrm flipV="1">
            <a:off x="2602897" y="4226560"/>
            <a:ext cx="0" cy="835906"/>
          </a:xfrm>
          <a:prstGeom prst="line">
            <a:avLst/>
          </a:prstGeom>
          <a:ln w="12700">
            <a:solidFill>
              <a:schemeClr val="tx1">
                <a:lumMod val="95000"/>
                <a:lumOff val="5000"/>
              </a:schemeClr>
            </a:solidFill>
            <a:headEnd type="oval"/>
            <a:tailEnd type="non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2EE6574-53C7-7244-87AA-7C82AE516DAE}"/>
              </a:ext>
            </a:extLst>
          </p:cNvPr>
          <p:cNvCxnSpPr/>
          <p:nvPr/>
        </p:nvCxnSpPr>
        <p:spPr>
          <a:xfrm flipV="1">
            <a:off x="5396897" y="3390654"/>
            <a:ext cx="0" cy="835906"/>
          </a:xfrm>
          <a:prstGeom prst="line">
            <a:avLst/>
          </a:prstGeom>
          <a:ln w="12700">
            <a:solidFill>
              <a:schemeClr val="tx1">
                <a:lumMod val="95000"/>
                <a:lumOff val="5000"/>
              </a:schemeClr>
            </a:solidFill>
            <a:tailEnd type="oval"/>
          </a:ln>
        </p:spPr>
        <p:style>
          <a:lnRef idx="2">
            <a:schemeClr val="accent1"/>
          </a:lnRef>
          <a:fillRef idx="0">
            <a:schemeClr val="accent1"/>
          </a:fillRef>
          <a:effectRef idx="1">
            <a:schemeClr val="accent1"/>
          </a:effectRef>
          <a:fontRef idx="minor">
            <a:schemeClr val="tx1"/>
          </a:fontRef>
        </p:style>
      </p:cxnSp>
      <p:sp>
        <p:nvSpPr>
          <p:cNvPr id="23" name="Subtitle 2">
            <a:extLst>
              <a:ext uri="{FF2B5EF4-FFF2-40B4-BE49-F238E27FC236}">
                <a16:creationId xmlns:a16="http://schemas.microsoft.com/office/drawing/2014/main" id="{87555934-F96A-95E5-F98E-8191F2CE4802}"/>
              </a:ext>
            </a:extLst>
          </p:cNvPr>
          <p:cNvSpPr txBox="1">
            <a:spLocks/>
          </p:cNvSpPr>
          <p:nvPr/>
        </p:nvSpPr>
        <p:spPr>
          <a:xfrm>
            <a:off x="2747075" y="4752777"/>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4" name="Subtitle 2">
            <a:extLst>
              <a:ext uri="{FF2B5EF4-FFF2-40B4-BE49-F238E27FC236}">
                <a16:creationId xmlns:a16="http://schemas.microsoft.com/office/drawing/2014/main" id="{16A9D0F7-537C-C6CD-EDCF-2B341D675079}"/>
              </a:ext>
            </a:extLst>
          </p:cNvPr>
          <p:cNvSpPr txBox="1">
            <a:spLocks/>
          </p:cNvSpPr>
          <p:nvPr/>
        </p:nvSpPr>
        <p:spPr>
          <a:xfrm>
            <a:off x="2747075" y="4452352"/>
            <a:ext cx="1946846"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latin typeface="Poppins" pitchFamily="2" charset="77"/>
                <a:cs typeface="Poppins" pitchFamily="2" charset="77"/>
              </a:rPr>
              <a:t>Product Description</a:t>
            </a:r>
          </a:p>
        </p:txBody>
      </p:sp>
      <p:sp>
        <p:nvSpPr>
          <p:cNvPr id="25" name="Subtitle 2">
            <a:extLst>
              <a:ext uri="{FF2B5EF4-FFF2-40B4-BE49-F238E27FC236}">
                <a16:creationId xmlns:a16="http://schemas.microsoft.com/office/drawing/2014/main" id="{67C3F750-D9F1-9208-3CF2-D45CE77E17DD}"/>
              </a:ext>
            </a:extLst>
          </p:cNvPr>
          <p:cNvSpPr txBox="1">
            <a:spLocks/>
          </p:cNvSpPr>
          <p:nvPr/>
        </p:nvSpPr>
        <p:spPr>
          <a:xfrm>
            <a:off x="5500435" y="3665657"/>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6" name="Subtitle 2">
            <a:extLst>
              <a:ext uri="{FF2B5EF4-FFF2-40B4-BE49-F238E27FC236}">
                <a16:creationId xmlns:a16="http://schemas.microsoft.com/office/drawing/2014/main" id="{F0DE3933-EF80-9CD2-7A10-B0DE2E206322}"/>
              </a:ext>
            </a:extLst>
          </p:cNvPr>
          <p:cNvSpPr txBox="1">
            <a:spLocks/>
          </p:cNvSpPr>
          <p:nvPr/>
        </p:nvSpPr>
        <p:spPr>
          <a:xfrm>
            <a:off x="5500435" y="3365232"/>
            <a:ext cx="1946846"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latin typeface="Poppins" pitchFamily="2" charset="77"/>
                <a:cs typeface="Poppins" pitchFamily="2" charset="77"/>
              </a:rPr>
              <a:t>Product Description</a:t>
            </a:r>
          </a:p>
        </p:txBody>
      </p:sp>
      <p:cxnSp>
        <p:nvCxnSpPr>
          <p:cNvPr id="27" name="Straight Connector 26">
            <a:extLst>
              <a:ext uri="{FF2B5EF4-FFF2-40B4-BE49-F238E27FC236}">
                <a16:creationId xmlns:a16="http://schemas.microsoft.com/office/drawing/2014/main" id="{F6328538-8E7E-4A24-FB8A-3FAA40A73495}"/>
              </a:ext>
            </a:extLst>
          </p:cNvPr>
          <p:cNvCxnSpPr/>
          <p:nvPr/>
        </p:nvCxnSpPr>
        <p:spPr>
          <a:xfrm flipV="1">
            <a:off x="8160417" y="4226560"/>
            <a:ext cx="0" cy="835906"/>
          </a:xfrm>
          <a:prstGeom prst="line">
            <a:avLst/>
          </a:prstGeom>
          <a:ln w="12700">
            <a:solidFill>
              <a:schemeClr val="tx1">
                <a:lumMod val="95000"/>
                <a:lumOff val="5000"/>
              </a:schemeClr>
            </a:solidFill>
            <a:headEnd type="oval"/>
            <a:tailEnd type="none"/>
          </a:ln>
        </p:spPr>
        <p:style>
          <a:lnRef idx="2">
            <a:schemeClr val="accent1"/>
          </a:lnRef>
          <a:fillRef idx="0">
            <a:schemeClr val="accent1"/>
          </a:fillRef>
          <a:effectRef idx="1">
            <a:schemeClr val="accent1"/>
          </a:effectRef>
          <a:fontRef idx="minor">
            <a:schemeClr val="tx1"/>
          </a:fontRef>
        </p:style>
      </p:cxnSp>
      <p:sp>
        <p:nvSpPr>
          <p:cNvPr id="28" name="Subtitle 2">
            <a:extLst>
              <a:ext uri="{FF2B5EF4-FFF2-40B4-BE49-F238E27FC236}">
                <a16:creationId xmlns:a16="http://schemas.microsoft.com/office/drawing/2014/main" id="{22755D08-4286-6E33-9A97-3C6AD0FF676B}"/>
              </a:ext>
            </a:extLst>
          </p:cNvPr>
          <p:cNvSpPr txBox="1">
            <a:spLocks/>
          </p:cNvSpPr>
          <p:nvPr/>
        </p:nvSpPr>
        <p:spPr>
          <a:xfrm>
            <a:off x="8304595" y="4752777"/>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9" name="Subtitle 2">
            <a:extLst>
              <a:ext uri="{FF2B5EF4-FFF2-40B4-BE49-F238E27FC236}">
                <a16:creationId xmlns:a16="http://schemas.microsoft.com/office/drawing/2014/main" id="{76EE0E3D-EA39-088F-9802-3D4A8C1BC36B}"/>
              </a:ext>
            </a:extLst>
          </p:cNvPr>
          <p:cNvSpPr txBox="1">
            <a:spLocks/>
          </p:cNvSpPr>
          <p:nvPr/>
        </p:nvSpPr>
        <p:spPr>
          <a:xfrm>
            <a:off x="8304595" y="4452352"/>
            <a:ext cx="1946846"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latin typeface="Poppins" pitchFamily="2" charset="77"/>
                <a:cs typeface="Poppins" pitchFamily="2" charset="77"/>
              </a:rPr>
              <a:t>Product Description</a:t>
            </a:r>
          </a:p>
        </p:txBody>
      </p:sp>
      <p:sp>
        <p:nvSpPr>
          <p:cNvPr id="11" name="Subtitle 2">
            <a:extLst>
              <a:ext uri="{FF2B5EF4-FFF2-40B4-BE49-F238E27FC236}">
                <a16:creationId xmlns:a16="http://schemas.microsoft.com/office/drawing/2014/main" id="{422C4A48-8108-BAC6-D8A2-D0C4112826BF}"/>
              </a:ext>
            </a:extLst>
          </p:cNvPr>
          <p:cNvSpPr txBox="1">
            <a:spLocks/>
          </p:cNvSpPr>
          <p:nvPr/>
        </p:nvSpPr>
        <p:spPr>
          <a:xfrm>
            <a:off x="520339" y="1897955"/>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D62293"/>
                </a:solidFill>
                <a:latin typeface="Poppins" pitchFamily="2" charset="77"/>
                <a:cs typeface="Poppins" pitchFamily="2" charset="77"/>
              </a:rPr>
              <a:t>SUBHEADER</a:t>
            </a:r>
          </a:p>
        </p:txBody>
      </p:sp>
      <p:sp>
        <p:nvSpPr>
          <p:cNvPr id="20" name="Rounded Rectangle 19">
            <a:extLst>
              <a:ext uri="{FF2B5EF4-FFF2-40B4-BE49-F238E27FC236}">
                <a16:creationId xmlns:a16="http://schemas.microsoft.com/office/drawing/2014/main" id="{7BB2BF1C-50D7-641D-FA19-CD6D435AEC63}"/>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795FEE9B-03BF-4D00-8468-50B8E0521F16}"/>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9" name="Straight Connector 8">
            <a:extLst>
              <a:ext uri="{FF2B5EF4-FFF2-40B4-BE49-F238E27FC236}">
                <a16:creationId xmlns:a16="http://schemas.microsoft.com/office/drawing/2014/main" id="{80FBA3A5-41C6-18E7-F8B9-73A8916A7317}"/>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8" name="Rounded Rectangle 7">
            <a:extLst>
              <a:ext uri="{FF2B5EF4-FFF2-40B4-BE49-F238E27FC236}">
                <a16:creationId xmlns:a16="http://schemas.microsoft.com/office/drawing/2014/main" id="{278EB977-BF40-099A-003D-554982A41812}"/>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2" name="Graphic 11">
            <a:extLst>
              <a:ext uri="{FF2B5EF4-FFF2-40B4-BE49-F238E27FC236}">
                <a16:creationId xmlns:a16="http://schemas.microsoft.com/office/drawing/2014/main" id="{0E4F3E16-43E7-5790-6962-B6CB7B537B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3" name="TextBox 12">
            <a:extLst>
              <a:ext uri="{FF2B5EF4-FFF2-40B4-BE49-F238E27FC236}">
                <a16:creationId xmlns:a16="http://schemas.microsoft.com/office/drawing/2014/main" id="{2E7681E7-AA99-CFE0-BD5B-2790C58A9885}"/>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3" name="TextBox 2">
            <a:extLst>
              <a:ext uri="{FF2B5EF4-FFF2-40B4-BE49-F238E27FC236}">
                <a16:creationId xmlns:a16="http://schemas.microsoft.com/office/drawing/2014/main" id="{FA52B358-6B21-E7BF-25AB-D94DD0EF1F82}"/>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344360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37B7A-F3C9-99D5-327A-5BB9EAD8E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612A4-261A-F79C-41B0-3D6FBC716FFF}"/>
              </a:ext>
            </a:extLst>
          </p:cNvPr>
          <p:cNvSpPr>
            <a:spLocks noGrp="1"/>
          </p:cNvSpPr>
          <p:nvPr>
            <p:ph type="ctrTitle"/>
          </p:nvPr>
        </p:nvSpPr>
        <p:spPr>
          <a:xfrm>
            <a:off x="509937" y="1170098"/>
            <a:ext cx="6195663" cy="775597"/>
          </a:xfrm>
        </p:spPr>
        <p:txBody>
          <a:bodyPr wrap="square">
            <a:spAutoFit/>
          </a:bodyPr>
          <a:lstStyle/>
          <a:p>
            <a:pPr algn="l"/>
            <a:r>
              <a:rPr lang="en-PL" sz="4800">
                <a:solidFill>
                  <a:srgbClr val="1E2A3E"/>
                </a:solidFill>
                <a:latin typeface="Poppins" pitchFamily="2" charset="77"/>
                <a:cs typeface="Poppins" pitchFamily="2" charset="77"/>
              </a:rPr>
              <a:t>Presentation Deck</a:t>
            </a:r>
          </a:p>
        </p:txBody>
      </p:sp>
      <p:sp>
        <p:nvSpPr>
          <p:cNvPr id="10" name="Subtitle 2">
            <a:extLst>
              <a:ext uri="{FF2B5EF4-FFF2-40B4-BE49-F238E27FC236}">
                <a16:creationId xmlns:a16="http://schemas.microsoft.com/office/drawing/2014/main" id="{F3659E34-415B-10B3-695D-2587D6932A9B}"/>
              </a:ext>
            </a:extLst>
          </p:cNvPr>
          <p:cNvSpPr txBox="1">
            <a:spLocks/>
          </p:cNvSpPr>
          <p:nvPr/>
        </p:nvSpPr>
        <p:spPr>
          <a:xfrm>
            <a:off x="938593" y="2530921"/>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cxnSp>
        <p:nvCxnSpPr>
          <p:cNvPr id="7" name="Straight Arrow Connector 6">
            <a:extLst>
              <a:ext uri="{FF2B5EF4-FFF2-40B4-BE49-F238E27FC236}">
                <a16:creationId xmlns:a16="http://schemas.microsoft.com/office/drawing/2014/main" id="{6E73B3F6-7E34-7C58-B4F2-A17234129E20}"/>
              </a:ext>
            </a:extLst>
          </p:cNvPr>
          <p:cNvCxnSpPr/>
          <p:nvPr/>
        </p:nvCxnSpPr>
        <p:spPr>
          <a:xfrm>
            <a:off x="509937" y="4226560"/>
            <a:ext cx="10909903" cy="0"/>
          </a:xfrm>
          <a:prstGeom prst="straightConnector1">
            <a:avLst/>
          </a:prstGeom>
          <a:ln w="25400">
            <a:solidFill>
              <a:srgbClr val="222328"/>
            </a:solidFill>
            <a:prstDash val="dash"/>
            <a:headEnd w="lg" len="med"/>
            <a:tailEnd type="triangle"/>
          </a:ln>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7F44DD8A-6186-6AFF-88A7-EED08CA6AD97}"/>
              </a:ext>
            </a:extLst>
          </p:cNvPr>
          <p:cNvCxnSpPr>
            <a:cxnSpLocks/>
          </p:cNvCxnSpPr>
          <p:nvPr/>
        </p:nvCxnSpPr>
        <p:spPr>
          <a:xfrm flipV="1">
            <a:off x="774097" y="2479040"/>
            <a:ext cx="0" cy="1747520"/>
          </a:xfrm>
          <a:prstGeom prst="line">
            <a:avLst/>
          </a:prstGeom>
          <a:ln w="12700">
            <a:solidFill>
              <a:schemeClr val="tx1">
                <a:lumMod val="95000"/>
                <a:lumOff val="5000"/>
              </a:schemeClr>
            </a:solidFill>
            <a:tailEnd type="ova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B406D03-C618-1D44-3AA7-0DD08F8F5F2B}"/>
              </a:ext>
            </a:extLst>
          </p:cNvPr>
          <p:cNvCxnSpPr/>
          <p:nvPr/>
        </p:nvCxnSpPr>
        <p:spPr>
          <a:xfrm flipV="1">
            <a:off x="2602897" y="4226560"/>
            <a:ext cx="0" cy="835906"/>
          </a:xfrm>
          <a:prstGeom prst="line">
            <a:avLst/>
          </a:prstGeom>
          <a:ln w="12700">
            <a:solidFill>
              <a:schemeClr val="tx1">
                <a:lumMod val="95000"/>
                <a:lumOff val="5000"/>
              </a:schemeClr>
            </a:solidFill>
            <a:headEnd type="oval"/>
            <a:tailEnd type="non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E58884F-7A7E-B567-8FAD-6BF267393589}"/>
              </a:ext>
            </a:extLst>
          </p:cNvPr>
          <p:cNvCxnSpPr/>
          <p:nvPr/>
        </p:nvCxnSpPr>
        <p:spPr>
          <a:xfrm flipV="1">
            <a:off x="5396897" y="3390654"/>
            <a:ext cx="0" cy="835906"/>
          </a:xfrm>
          <a:prstGeom prst="line">
            <a:avLst/>
          </a:prstGeom>
          <a:ln w="12700">
            <a:solidFill>
              <a:schemeClr val="tx1">
                <a:lumMod val="95000"/>
                <a:lumOff val="5000"/>
              </a:schemeClr>
            </a:solidFill>
            <a:tailEnd type="oval"/>
          </a:ln>
        </p:spPr>
        <p:style>
          <a:lnRef idx="2">
            <a:schemeClr val="accent1"/>
          </a:lnRef>
          <a:fillRef idx="0">
            <a:schemeClr val="accent1"/>
          </a:fillRef>
          <a:effectRef idx="1">
            <a:schemeClr val="accent1"/>
          </a:effectRef>
          <a:fontRef idx="minor">
            <a:schemeClr val="tx1"/>
          </a:fontRef>
        </p:style>
      </p:cxnSp>
      <p:sp>
        <p:nvSpPr>
          <p:cNvPr id="23" name="Subtitle 2">
            <a:extLst>
              <a:ext uri="{FF2B5EF4-FFF2-40B4-BE49-F238E27FC236}">
                <a16:creationId xmlns:a16="http://schemas.microsoft.com/office/drawing/2014/main" id="{C9DA2291-3E2F-25AB-006B-EC3737791FB2}"/>
              </a:ext>
            </a:extLst>
          </p:cNvPr>
          <p:cNvSpPr txBox="1">
            <a:spLocks/>
          </p:cNvSpPr>
          <p:nvPr/>
        </p:nvSpPr>
        <p:spPr>
          <a:xfrm>
            <a:off x="2226213" y="5613462"/>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5" name="Subtitle 2">
            <a:extLst>
              <a:ext uri="{FF2B5EF4-FFF2-40B4-BE49-F238E27FC236}">
                <a16:creationId xmlns:a16="http://schemas.microsoft.com/office/drawing/2014/main" id="{F92BCA3C-8239-58E3-F637-1CE7975F94C5}"/>
              </a:ext>
            </a:extLst>
          </p:cNvPr>
          <p:cNvSpPr txBox="1">
            <a:spLocks/>
          </p:cNvSpPr>
          <p:nvPr/>
        </p:nvSpPr>
        <p:spPr>
          <a:xfrm>
            <a:off x="5459794" y="3322579"/>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cxnSp>
        <p:nvCxnSpPr>
          <p:cNvPr id="27" name="Straight Connector 26">
            <a:extLst>
              <a:ext uri="{FF2B5EF4-FFF2-40B4-BE49-F238E27FC236}">
                <a16:creationId xmlns:a16="http://schemas.microsoft.com/office/drawing/2014/main" id="{EC8C7F3B-51A8-1684-7DBC-07BF825D3B8E}"/>
              </a:ext>
            </a:extLst>
          </p:cNvPr>
          <p:cNvCxnSpPr/>
          <p:nvPr/>
        </p:nvCxnSpPr>
        <p:spPr>
          <a:xfrm flipV="1">
            <a:off x="8160417" y="4226560"/>
            <a:ext cx="0" cy="835906"/>
          </a:xfrm>
          <a:prstGeom prst="line">
            <a:avLst/>
          </a:prstGeom>
          <a:ln w="12700">
            <a:solidFill>
              <a:schemeClr val="tx1">
                <a:lumMod val="95000"/>
                <a:lumOff val="5000"/>
              </a:schemeClr>
            </a:solidFill>
            <a:headEnd type="oval"/>
            <a:tailEnd type="none"/>
          </a:ln>
        </p:spPr>
        <p:style>
          <a:lnRef idx="2">
            <a:schemeClr val="accent1"/>
          </a:lnRef>
          <a:fillRef idx="0">
            <a:schemeClr val="accent1"/>
          </a:fillRef>
          <a:effectRef idx="1">
            <a:schemeClr val="accent1"/>
          </a:effectRef>
          <a:fontRef idx="minor">
            <a:schemeClr val="tx1"/>
          </a:fontRef>
        </p:style>
      </p:cxnSp>
      <p:sp>
        <p:nvSpPr>
          <p:cNvPr id="28" name="Subtitle 2">
            <a:extLst>
              <a:ext uri="{FF2B5EF4-FFF2-40B4-BE49-F238E27FC236}">
                <a16:creationId xmlns:a16="http://schemas.microsoft.com/office/drawing/2014/main" id="{A5067DA4-028B-5102-5734-48927D0442D3}"/>
              </a:ext>
            </a:extLst>
          </p:cNvPr>
          <p:cNvSpPr txBox="1">
            <a:spLocks/>
          </p:cNvSpPr>
          <p:nvPr/>
        </p:nvSpPr>
        <p:spPr>
          <a:xfrm>
            <a:off x="7562980" y="5535368"/>
            <a:ext cx="1664304" cy="46166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Rounded Rectangle 2">
            <a:extLst>
              <a:ext uri="{FF2B5EF4-FFF2-40B4-BE49-F238E27FC236}">
                <a16:creationId xmlns:a16="http://schemas.microsoft.com/office/drawing/2014/main" id="{DAEE2A1A-36B0-0CC0-AB8F-FC1047277992}"/>
              </a:ext>
            </a:extLst>
          </p:cNvPr>
          <p:cNvSpPr/>
          <p:nvPr/>
        </p:nvSpPr>
        <p:spPr>
          <a:xfrm>
            <a:off x="938593" y="2140486"/>
            <a:ext cx="1245654" cy="338554"/>
          </a:xfrm>
          <a:prstGeom prst="roundRect">
            <a:avLst>
              <a:gd name="adj" fmla="val 50000"/>
            </a:avLst>
          </a:prstGeom>
          <a:noFill/>
          <a:ln w="12700">
            <a:solidFill>
              <a:srgbClr val="D6229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600">
                <a:solidFill>
                  <a:srgbClr val="D62293"/>
                </a:solidFill>
                <a:latin typeface="Inter Light" panose="02000503000000020004" pitchFamily="2" charset="0"/>
                <a:ea typeface="Inter Light" panose="02000503000000020004" pitchFamily="2" charset="0"/>
              </a:rPr>
              <a:t>D</a:t>
            </a:r>
            <a:r>
              <a:rPr lang="en-PL" sz="1600">
                <a:solidFill>
                  <a:srgbClr val="D62293"/>
                </a:solidFill>
                <a:latin typeface="Inter Light" panose="02000503000000020004" pitchFamily="2" charset="0"/>
                <a:ea typeface="Inter Light" panose="02000503000000020004" pitchFamily="2" charset="0"/>
              </a:rPr>
              <a:t>ay 1</a:t>
            </a:r>
          </a:p>
        </p:txBody>
      </p:sp>
      <p:sp>
        <p:nvSpPr>
          <p:cNvPr id="11" name="Rounded Rectangle 10">
            <a:extLst>
              <a:ext uri="{FF2B5EF4-FFF2-40B4-BE49-F238E27FC236}">
                <a16:creationId xmlns:a16="http://schemas.microsoft.com/office/drawing/2014/main" id="{631C42E2-70EC-A72D-D1EE-7B5C5DFE804E}"/>
              </a:ext>
            </a:extLst>
          </p:cNvPr>
          <p:cNvSpPr/>
          <p:nvPr/>
        </p:nvSpPr>
        <p:spPr>
          <a:xfrm>
            <a:off x="2226213" y="5208743"/>
            <a:ext cx="1245654" cy="338554"/>
          </a:xfrm>
          <a:prstGeom prst="roundRect">
            <a:avLst>
              <a:gd name="adj" fmla="val 50000"/>
            </a:avLst>
          </a:prstGeom>
          <a:noFill/>
          <a:ln w="12700">
            <a:solidFill>
              <a:srgbClr val="D6229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D62293"/>
                </a:solidFill>
                <a:latin typeface="Inter Light" panose="02000503000000020004" pitchFamily="2" charset="0"/>
                <a:ea typeface="Inter Light" panose="02000503000000020004" pitchFamily="2" charset="0"/>
              </a:rPr>
              <a:t>Day 2</a:t>
            </a:r>
          </a:p>
        </p:txBody>
      </p:sp>
      <p:sp>
        <p:nvSpPr>
          <p:cNvPr id="13" name="Rounded Rectangle 12">
            <a:extLst>
              <a:ext uri="{FF2B5EF4-FFF2-40B4-BE49-F238E27FC236}">
                <a16:creationId xmlns:a16="http://schemas.microsoft.com/office/drawing/2014/main" id="{8CC730DA-24B0-D87F-F063-79ACC89E33B8}"/>
              </a:ext>
            </a:extLst>
          </p:cNvPr>
          <p:cNvSpPr/>
          <p:nvPr/>
        </p:nvSpPr>
        <p:spPr>
          <a:xfrm>
            <a:off x="5473173" y="2891027"/>
            <a:ext cx="1245654" cy="338554"/>
          </a:xfrm>
          <a:prstGeom prst="roundRect">
            <a:avLst>
              <a:gd name="adj" fmla="val 50000"/>
            </a:avLst>
          </a:prstGeom>
          <a:noFill/>
          <a:ln w="12700">
            <a:solidFill>
              <a:srgbClr val="D6229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D62293"/>
                </a:solidFill>
                <a:latin typeface="Inter Light" panose="02000503000000020004" pitchFamily="2" charset="0"/>
                <a:ea typeface="Inter Light" panose="02000503000000020004" pitchFamily="2" charset="0"/>
              </a:rPr>
              <a:t>Day 3</a:t>
            </a:r>
          </a:p>
        </p:txBody>
      </p:sp>
      <p:sp>
        <p:nvSpPr>
          <p:cNvPr id="14" name="Rounded Rectangle 13">
            <a:extLst>
              <a:ext uri="{FF2B5EF4-FFF2-40B4-BE49-F238E27FC236}">
                <a16:creationId xmlns:a16="http://schemas.microsoft.com/office/drawing/2014/main" id="{0B2E8F47-5E8B-8BFA-7327-F3D2D025309C}"/>
              </a:ext>
            </a:extLst>
          </p:cNvPr>
          <p:cNvSpPr/>
          <p:nvPr/>
        </p:nvSpPr>
        <p:spPr>
          <a:xfrm>
            <a:off x="7537590" y="5161128"/>
            <a:ext cx="1245654" cy="338554"/>
          </a:xfrm>
          <a:prstGeom prst="roundRect">
            <a:avLst>
              <a:gd name="adj" fmla="val 50000"/>
            </a:avLst>
          </a:prstGeom>
          <a:noFill/>
          <a:ln w="12700">
            <a:solidFill>
              <a:srgbClr val="D6229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D62293"/>
                </a:solidFill>
                <a:latin typeface="Inter Light" panose="02000503000000020004" pitchFamily="2" charset="0"/>
                <a:ea typeface="Inter Light" panose="02000503000000020004" pitchFamily="2" charset="0"/>
              </a:rPr>
              <a:t>Day 4</a:t>
            </a:r>
          </a:p>
        </p:txBody>
      </p:sp>
      <p:sp>
        <p:nvSpPr>
          <p:cNvPr id="24" name="Rounded Rectangle 23">
            <a:extLst>
              <a:ext uri="{FF2B5EF4-FFF2-40B4-BE49-F238E27FC236}">
                <a16:creationId xmlns:a16="http://schemas.microsoft.com/office/drawing/2014/main" id="{66F4F466-2CDC-7F11-A0EC-FFF3C1B00F3E}"/>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35F916F8-DAE8-84DF-BAF8-458DD629B6AA}"/>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9" name="Straight Connector 8">
            <a:extLst>
              <a:ext uri="{FF2B5EF4-FFF2-40B4-BE49-F238E27FC236}">
                <a16:creationId xmlns:a16="http://schemas.microsoft.com/office/drawing/2014/main" id="{5C6D3DDA-7B39-5091-86E5-62E8147B7298}"/>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8" name="Rounded Rectangle 7">
            <a:extLst>
              <a:ext uri="{FF2B5EF4-FFF2-40B4-BE49-F238E27FC236}">
                <a16:creationId xmlns:a16="http://schemas.microsoft.com/office/drawing/2014/main" id="{1BC615AD-A09B-CBEF-FE52-36C608F604A9}"/>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2" name="Graphic 11">
            <a:extLst>
              <a:ext uri="{FF2B5EF4-FFF2-40B4-BE49-F238E27FC236}">
                <a16:creationId xmlns:a16="http://schemas.microsoft.com/office/drawing/2014/main" id="{36976764-6A66-CD92-8155-817AAB419A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5" name="TextBox 14">
            <a:extLst>
              <a:ext uri="{FF2B5EF4-FFF2-40B4-BE49-F238E27FC236}">
                <a16:creationId xmlns:a16="http://schemas.microsoft.com/office/drawing/2014/main" id="{6A1468F7-170E-E045-F005-E985743849E7}"/>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B8A84AAA-DBDE-432D-3FD5-4B1487E6C1A8}"/>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2512180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DD221-17EC-EA34-D6E6-1712F8993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EB69E-729D-A507-F559-C90A72F5E74D}"/>
              </a:ext>
            </a:extLst>
          </p:cNvPr>
          <p:cNvSpPr>
            <a:spLocks noGrp="1"/>
          </p:cNvSpPr>
          <p:nvPr>
            <p:ph type="ctrTitle"/>
          </p:nvPr>
        </p:nvSpPr>
        <p:spPr>
          <a:xfrm>
            <a:off x="390939" y="1005303"/>
            <a:ext cx="6204070" cy="1440394"/>
          </a:xfrm>
        </p:spPr>
        <p:txBody>
          <a:bodyPr wrap="square">
            <a:spAutoFit/>
          </a:bodyPr>
          <a:lstStyle/>
          <a:p>
            <a:pPr algn="l"/>
            <a:r>
              <a:rPr lang="en-PL" sz="4800">
                <a:solidFill>
                  <a:srgbClr val="1E2A3E"/>
                </a:solidFill>
                <a:latin typeface="Poppins" pitchFamily="2" charset="77"/>
                <a:cs typeface="Poppins" pitchFamily="2" charset="77"/>
              </a:rPr>
              <a:t>Presentation Deck</a:t>
            </a:r>
            <a:br>
              <a:rPr lang="en-PL" sz="4800">
                <a:solidFill>
                  <a:srgbClr val="1E2A3E"/>
                </a:solidFill>
                <a:latin typeface="Poppins" pitchFamily="2" charset="77"/>
                <a:cs typeface="Poppins" pitchFamily="2" charset="77"/>
              </a:rPr>
            </a:br>
            <a:r>
              <a:rPr lang="en-PL" sz="4800">
                <a:solidFill>
                  <a:srgbClr val="1E2A3E"/>
                </a:solidFill>
                <a:latin typeface="Poppins" pitchFamily="2" charset="77"/>
                <a:cs typeface="Poppins" pitchFamily="2" charset="77"/>
              </a:rPr>
              <a:t>Longer Title</a:t>
            </a:r>
          </a:p>
        </p:txBody>
      </p:sp>
      <p:sp>
        <p:nvSpPr>
          <p:cNvPr id="10" name="Subtitle 2">
            <a:extLst>
              <a:ext uri="{FF2B5EF4-FFF2-40B4-BE49-F238E27FC236}">
                <a16:creationId xmlns:a16="http://schemas.microsoft.com/office/drawing/2014/main" id="{6928627C-56A7-C982-3DDC-5EA933147B13}"/>
              </a:ext>
            </a:extLst>
          </p:cNvPr>
          <p:cNvSpPr txBox="1">
            <a:spLocks/>
          </p:cNvSpPr>
          <p:nvPr/>
        </p:nvSpPr>
        <p:spPr>
          <a:xfrm>
            <a:off x="450420" y="3429460"/>
            <a:ext cx="2456784" cy="230832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 Nam eget mauris volutpat nisl lacus.</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1" name="Subtitle 2">
            <a:extLst>
              <a:ext uri="{FF2B5EF4-FFF2-40B4-BE49-F238E27FC236}">
                <a16:creationId xmlns:a16="http://schemas.microsoft.com/office/drawing/2014/main" id="{066DD4DA-92F5-11C3-A587-61E5E43CB0A9}"/>
              </a:ext>
            </a:extLst>
          </p:cNvPr>
          <p:cNvSpPr txBox="1">
            <a:spLocks/>
          </p:cNvSpPr>
          <p:nvPr/>
        </p:nvSpPr>
        <p:spPr>
          <a:xfrm>
            <a:off x="7914311" y="1491590"/>
            <a:ext cx="3503264" cy="95410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3" name="Subtitle 2">
            <a:extLst>
              <a:ext uri="{FF2B5EF4-FFF2-40B4-BE49-F238E27FC236}">
                <a16:creationId xmlns:a16="http://schemas.microsoft.com/office/drawing/2014/main" id="{3373D458-1B73-125E-DECB-50EEAC13C900}"/>
              </a:ext>
            </a:extLst>
          </p:cNvPr>
          <p:cNvSpPr txBox="1">
            <a:spLocks/>
          </p:cNvSpPr>
          <p:nvPr/>
        </p:nvSpPr>
        <p:spPr>
          <a:xfrm>
            <a:off x="7914311" y="1253222"/>
            <a:ext cx="2456783"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rgbClr val="1E2A3E"/>
                </a:solidFill>
                <a:latin typeface="Poppins" pitchFamily="2" charset="77"/>
                <a:cs typeface="Poppins" pitchFamily="2" charset="77"/>
              </a:rPr>
              <a:t>Product Description</a:t>
            </a:r>
          </a:p>
        </p:txBody>
      </p:sp>
      <p:sp>
        <p:nvSpPr>
          <p:cNvPr id="27" name="Subtitle 2">
            <a:extLst>
              <a:ext uri="{FF2B5EF4-FFF2-40B4-BE49-F238E27FC236}">
                <a16:creationId xmlns:a16="http://schemas.microsoft.com/office/drawing/2014/main" id="{2746D894-EC57-7E3F-B6C8-9B3153F52A04}"/>
              </a:ext>
            </a:extLst>
          </p:cNvPr>
          <p:cNvSpPr txBox="1">
            <a:spLocks/>
          </p:cNvSpPr>
          <p:nvPr/>
        </p:nvSpPr>
        <p:spPr>
          <a:xfrm>
            <a:off x="7914311" y="3174742"/>
            <a:ext cx="3503264" cy="95410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8" name="Subtitle 2">
            <a:extLst>
              <a:ext uri="{FF2B5EF4-FFF2-40B4-BE49-F238E27FC236}">
                <a16:creationId xmlns:a16="http://schemas.microsoft.com/office/drawing/2014/main" id="{D4ED937A-7D26-1051-1C3C-B2C251215E7A}"/>
              </a:ext>
            </a:extLst>
          </p:cNvPr>
          <p:cNvSpPr txBox="1">
            <a:spLocks/>
          </p:cNvSpPr>
          <p:nvPr/>
        </p:nvSpPr>
        <p:spPr>
          <a:xfrm>
            <a:off x="7914311" y="2936374"/>
            <a:ext cx="2456783"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rgbClr val="1E2A3E"/>
                </a:solidFill>
                <a:latin typeface="Poppins" pitchFamily="2" charset="77"/>
                <a:cs typeface="Poppins" pitchFamily="2" charset="77"/>
              </a:rPr>
              <a:t>Product Description</a:t>
            </a:r>
          </a:p>
        </p:txBody>
      </p:sp>
      <p:sp>
        <p:nvSpPr>
          <p:cNvPr id="29" name="Subtitle 2">
            <a:extLst>
              <a:ext uri="{FF2B5EF4-FFF2-40B4-BE49-F238E27FC236}">
                <a16:creationId xmlns:a16="http://schemas.microsoft.com/office/drawing/2014/main" id="{E7C665E0-593F-745B-A2C2-EC9F27630EBF}"/>
              </a:ext>
            </a:extLst>
          </p:cNvPr>
          <p:cNvSpPr txBox="1">
            <a:spLocks/>
          </p:cNvSpPr>
          <p:nvPr/>
        </p:nvSpPr>
        <p:spPr>
          <a:xfrm>
            <a:off x="7914311" y="4940475"/>
            <a:ext cx="3503264" cy="95410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0" name="Subtitle 2">
            <a:extLst>
              <a:ext uri="{FF2B5EF4-FFF2-40B4-BE49-F238E27FC236}">
                <a16:creationId xmlns:a16="http://schemas.microsoft.com/office/drawing/2014/main" id="{4B2E6AB5-58EF-E936-606A-4B15E3DC21BD}"/>
              </a:ext>
            </a:extLst>
          </p:cNvPr>
          <p:cNvSpPr txBox="1">
            <a:spLocks/>
          </p:cNvSpPr>
          <p:nvPr/>
        </p:nvSpPr>
        <p:spPr>
          <a:xfrm>
            <a:off x="7914311" y="4702107"/>
            <a:ext cx="2456783"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rgbClr val="1E2A3E"/>
                </a:solidFill>
                <a:latin typeface="Poppins" pitchFamily="2" charset="77"/>
                <a:cs typeface="Poppins" pitchFamily="2" charset="77"/>
              </a:rPr>
              <a:t>Product Description</a:t>
            </a:r>
          </a:p>
        </p:txBody>
      </p:sp>
      <p:sp>
        <p:nvSpPr>
          <p:cNvPr id="7" name="Rectangle 6">
            <a:extLst>
              <a:ext uri="{FF2B5EF4-FFF2-40B4-BE49-F238E27FC236}">
                <a16:creationId xmlns:a16="http://schemas.microsoft.com/office/drawing/2014/main" id="{775EF453-EE04-DC85-3225-A46E074B3CA0}"/>
              </a:ext>
            </a:extLst>
          </p:cNvPr>
          <p:cNvSpPr/>
          <p:nvPr/>
        </p:nvSpPr>
        <p:spPr>
          <a:xfrm>
            <a:off x="3323803" y="2790919"/>
            <a:ext cx="4243587" cy="3103663"/>
          </a:xfrm>
          <a:prstGeom prst="rect">
            <a:avLst/>
          </a:prstGeom>
          <a:solidFill>
            <a:schemeClr val="bg1">
              <a:lumMod val="9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17" name="Rounded Rectangle 16">
            <a:extLst>
              <a:ext uri="{FF2B5EF4-FFF2-40B4-BE49-F238E27FC236}">
                <a16:creationId xmlns:a16="http://schemas.microsoft.com/office/drawing/2014/main" id="{18A69E29-FE58-95C3-C8C4-BD1F592197E7}"/>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6" name="TextBox 5">
            <a:extLst>
              <a:ext uri="{FF2B5EF4-FFF2-40B4-BE49-F238E27FC236}">
                <a16:creationId xmlns:a16="http://schemas.microsoft.com/office/drawing/2014/main" id="{0CC445EA-DE48-086A-8E6E-E56E3B4A4AC3}"/>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EA26313D-73D4-906C-D26E-97B8812B785E}"/>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15" name="Subtitle 2">
            <a:extLst>
              <a:ext uri="{FF2B5EF4-FFF2-40B4-BE49-F238E27FC236}">
                <a16:creationId xmlns:a16="http://schemas.microsoft.com/office/drawing/2014/main" id="{051D431E-E1F3-9C96-F0C8-B80FC5FBC027}"/>
              </a:ext>
            </a:extLst>
          </p:cNvPr>
          <p:cNvSpPr txBox="1">
            <a:spLocks/>
          </p:cNvSpPr>
          <p:nvPr/>
        </p:nvSpPr>
        <p:spPr>
          <a:xfrm>
            <a:off x="450420" y="2936374"/>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222328"/>
                </a:solidFill>
                <a:latin typeface="Poppins" pitchFamily="2" charset="77"/>
                <a:cs typeface="Poppins" pitchFamily="2" charset="77"/>
              </a:rPr>
              <a:t>Product Description</a:t>
            </a:r>
          </a:p>
        </p:txBody>
      </p:sp>
      <p:sp>
        <p:nvSpPr>
          <p:cNvPr id="8" name="Rounded Rectangle 7">
            <a:extLst>
              <a:ext uri="{FF2B5EF4-FFF2-40B4-BE49-F238E27FC236}">
                <a16:creationId xmlns:a16="http://schemas.microsoft.com/office/drawing/2014/main" id="{099BB7E1-7B47-ACEA-86DE-448F7675038A}"/>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9" name="Graphic 8">
            <a:extLst>
              <a:ext uri="{FF2B5EF4-FFF2-40B4-BE49-F238E27FC236}">
                <a16:creationId xmlns:a16="http://schemas.microsoft.com/office/drawing/2014/main" id="{F53E1FB2-39DE-026C-8CF7-E3DB28FDDB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4" name="TextBox 13">
            <a:extLst>
              <a:ext uri="{FF2B5EF4-FFF2-40B4-BE49-F238E27FC236}">
                <a16:creationId xmlns:a16="http://schemas.microsoft.com/office/drawing/2014/main" id="{B844136C-33AA-3C87-A48B-50DE8254C313}"/>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3" name="TextBox 2">
            <a:extLst>
              <a:ext uri="{FF2B5EF4-FFF2-40B4-BE49-F238E27FC236}">
                <a16:creationId xmlns:a16="http://schemas.microsoft.com/office/drawing/2014/main" id="{E069937E-9877-D3A1-021C-5685754BA575}"/>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197662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9B4E-A5D1-EBB5-5B25-8CD3AE7B55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3510C0F-6413-DEC9-459A-9F06E78040F7}"/>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6" name="Straight Connector 5">
            <a:extLst>
              <a:ext uri="{FF2B5EF4-FFF2-40B4-BE49-F238E27FC236}">
                <a16:creationId xmlns:a16="http://schemas.microsoft.com/office/drawing/2014/main" id="{0A4AD409-BA29-9EEF-4D38-C8E20678F9A3}"/>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3" name="Title 1">
            <a:extLst>
              <a:ext uri="{FF2B5EF4-FFF2-40B4-BE49-F238E27FC236}">
                <a16:creationId xmlns:a16="http://schemas.microsoft.com/office/drawing/2014/main" id="{757D2296-53E9-AFEA-CC7C-867BD68B359C}"/>
              </a:ext>
            </a:extLst>
          </p:cNvPr>
          <p:cNvSpPr>
            <a:spLocks noGrp="1"/>
          </p:cNvSpPr>
          <p:nvPr>
            <p:ph type="ctrTitle"/>
          </p:nvPr>
        </p:nvSpPr>
        <p:spPr>
          <a:xfrm>
            <a:off x="390938" y="1203373"/>
            <a:ext cx="11274089" cy="775597"/>
          </a:xfrm>
        </p:spPr>
        <p:txBody>
          <a:bodyPr wrap="square">
            <a:spAutoFit/>
          </a:bodyPr>
          <a:lstStyle/>
          <a:p>
            <a:pPr algn="l"/>
            <a:r>
              <a:rPr lang="en-PL" sz="4800">
                <a:solidFill>
                  <a:srgbClr val="1E2A3E"/>
                </a:solidFill>
                <a:latin typeface="Poppins" pitchFamily="2" charset="77"/>
                <a:cs typeface="Poppins" pitchFamily="2" charset="77"/>
              </a:rPr>
              <a:t>Presentation Deck</a:t>
            </a:r>
            <a:r>
              <a:rPr lang="en-PL" sz="4800">
                <a:solidFill>
                  <a:srgbClr val="1E2A3E"/>
                </a:solidFill>
              </a:rPr>
              <a:t> </a:t>
            </a:r>
            <a:r>
              <a:rPr lang="en-PL" sz="4800">
                <a:solidFill>
                  <a:srgbClr val="1E2A3E"/>
                </a:solidFill>
                <a:latin typeface="Poppins" pitchFamily="2" charset="77"/>
                <a:cs typeface="Poppins" pitchFamily="2" charset="77"/>
              </a:rPr>
              <a:t>Longer Title</a:t>
            </a:r>
          </a:p>
        </p:txBody>
      </p:sp>
      <p:sp>
        <p:nvSpPr>
          <p:cNvPr id="8" name="Rounded Rectangle 7">
            <a:extLst>
              <a:ext uri="{FF2B5EF4-FFF2-40B4-BE49-F238E27FC236}">
                <a16:creationId xmlns:a16="http://schemas.microsoft.com/office/drawing/2014/main" id="{CEA5B45D-2EAF-CC23-AAA0-BE19E73C9E19}"/>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9" name="Graphic 8">
            <a:extLst>
              <a:ext uri="{FF2B5EF4-FFF2-40B4-BE49-F238E27FC236}">
                <a16:creationId xmlns:a16="http://schemas.microsoft.com/office/drawing/2014/main" id="{B09429E1-4DFD-2409-E034-CF3628033F2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1" name="TextBox 10">
            <a:extLst>
              <a:ext uri="{FF2B5EF4-FFF2-40B4-BE49-F238E27FC236}">
                <a16:creationId xmlns:a16="http://schemas.microsoft.com/office/drawing/2014/main" id="{E25CC466-BBD1-A0ED-E463-C1613ACE3957}"/>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12" name="Rounded Rectangle 11">
            <a:extLst>
              <a:ext uri="{FF2B5EF4-FFF2-40B4-BE49-F238E27FC236}">
                <a16:creationId xmlns:a16="http://schemas.microsoft.com/office/drawing/2014/main" id="{CD48D2E8-C6D4-5F50-2BE9-192916035F09}"/>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13" name="Shape 9">
            <a:extLst>
              <a:ext uri="{FF2B5EF4-FFF2-40B4-BE49-F238E27FC236}">
                <a16:creationId xmlns:a16="http://schemas.microsoft.com/office/drawing/2014/main" id="{E4B81CDE-1366-96D6-B02A-FC470F5FD889}"/>
              </a:ext>
            </a:extLst>
          </p:cNvPr>
          <p:cNvSpPr/>
          <p:nvPr/>
        </p:nvSpPr>
        <p:spPr>
          <a:xfrm>
            <a:off x="699174" y="2204269"/>
            <a:ext cx="3400214" cy="3421914"/>
          </a:xfrm>
          <a:prstGeom prst="roundRect">
            <a:avLst>
              <a:gd name="adj" fmla="val 2881"/>
            </a:avLst>
          </a:prstGeom>
          <a:solidFill>
            <a:schemeClr val="bg1"/>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4" name="TextBox 13">
            <a:extLst>
              <a:ext uri="{FF2B5EF4-FFF2-40B4-BE49-F238E27FC236}">
                <a16:creationId xmlns:a16="http://schemas.microsoft.com/office/drawing/2014/main" id="{024AE10D-A6BD-D9F5-9CD7-8A3541548AD3}"/>
              </a:ext>
            </a:extLst>
          </p:cNvPr>
          <p:cNvSpPr txBox="1"/>
          <p:nvPr/>
        </p:nvSpPr>
        <p:spPr>
          <a:xfrm>
            <a:off x="938798" y="3306687"/>
            <a:ext cx="2876110" cy="1219436"/>
          </a:xfrm>
          <a:prstGeom prst="rect">
            <a:avLst/>
          </a:prstGeom>
          <a:noFill/>
        </p:spPr>
        <p:txBody>
          <a:bodyPr wrap="square">
            <a:spAutoFit/>
          </a:bodyPr>
          <a:lstStyle/>
          <a:p>
            <a:pPr>
              <a:lnSpc>
                <a:spcPct val="150000"/>
              </a:lnSpc>
              <a:buClr>
                <a:srgbClr val="D62293"/>
              </a:buClr>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5" name="Subtitle 2">
            <a:extLst>
              <a:ext uri="{FF2B5EF4-FFF2-40B4-BE49-F238E27FC236}">
                <a16:creationId xmlns:a16="http://schemas.microsoft.com/office/drawing/2014/main" id="{5465C1CC-E8C2-FD0D-A70D-B3B5818C2421}"/>
              </a:ext>
            </a:extLst>
          </p:cNvPr>
          <p:cNvSpPr txBox="1">
            <a:spLocks/>
          </p:cNvSpPr>
          <p:nvPr/>
        </p:nvSpPr>
        <p:spPr>
          <a:xfrm>
            <a:off x="1144851" y="2398843"/>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cxnSp>
        <p:nvCxnSpPr>
          <p:cNvPr id="16" name="Straight Connector 15">
            <a:extLst>
              <a:ext uri="{FF2B5EF4-FFF2-40B4-BE49-F238E27FC236}">
                <a16:creationId xmlns:a16="http://schemas.microsoft.com/office/drawing/2014/main" id="{10275EC2-18CE-4145-EB5A-D64F7847B6A9}"/>
              </a:ext>
            </a:extLst>
          </p:cNvPr>
          <p:cNvCxnSpPr/>
          <p:nvPr/>
        </p:nvCxnSpPr>
        <p:spPr>
          <a:xfrm>
            <a:off x="699174" y="2768962"/>
            <a:ext cx="3400214" cy="0"/>
          </a:xfrm>
          <a:prstGeom prst="line">
            <a:avLst/>
          </a:prstGeom>
          <a:ln w="63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20" name="Shape 9">
            <a:extLst>
              <a:ext uri="{FF2B5EF4-FFF2-40B4-BE49-F238E27FC236}">
                <a16:creationId xmlns:a16="http://schemas.microsoft.com/office/drawing/2014/main" id="{7521200F-5496-B7E5-4D31-B574A4E4A3A5}"/>
              </a:ext>
            </a:extLst>
          </p:cNvPr>
          <p:cNvSpPr/>
          <p:nvPr/>
        </p:nvSpPr>
        <p:spPr>
          <a:xfrm>
            <a:off x="857869" y="2367476"/>
            <a:ext cx="260909" cy="263149"/>
          </a:xfrm>
          <a:prstGeom prst="roundRect">
            <a:avLst>
              <a:gd name="adj" fmla="val 7031"/>
            </a:avLst>
          </a:prstGeom>
          <a:solidFill>
            <a:srgbClr val="D62293">
              <a:alpha val="3000"/>
            </a:srgbClr>
          </a:solid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22" name="Graphic 21">
            <a:extLst>
              <a:ext uri="{FF2B5EF4-FFF2-40B4-BE49-F238E27FC236}">
                <a16:creationId xmlns:a16="http://schemas.microsoft.com/office/drawing/2014/main" id="{6414D8E6-B973-F3E6-29CC-9F86E6720B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4023" y="2384750"/>
            <a:ext cx="228600" cy="228600"/>
          </a:xfrm>
          <a:prstGeom prst="rect">
            <a:avLst/>
          </a:prstGeom>
        </p:spPr>
      </p:pic>
      <p:sp>
        <p:nvSpPr>
          <p:cNvPr id="23" name="Subtitle 2">
            <a:extLst>
              <a:ext uri="{FF2B5EF4-FFF2-40B4-BE49-F238E27FC236}">
                <a16:creationId xmlns:a16="http://schemas.microsoft.com/office/drawing/2014/main" id="{31467C5F-8C62-140A-F85A-89B8C5152FEE}"/>
              </a:ext>
            </a:extLst>
          </p:cNvPr>
          <p:cNvSpPr txBox="1">
            <a:spLocks/>
          </p:cNvSpPr>
          <p:nvPr/>
        </p:nvSpPr>
        <p:spPr>
          <a:xfrm>
            <a:off x="938798" y="3029060"/>
            <a:ext cx="2611216" cy="22044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900">
                <a:solidFill>
                  <a:schemeClr val="bg1">
                    <a:lumMod val="50000"/>
                  </a:schemeClr>
                </a:solidFill>
                <a:latin typeface="Poppins" pitchFamily="2" charset="77"/>
                <a:cs typeface="Poppins" pitchFamily="2" charset="77"/>
              </a:rPr>
              <a:t>SUBHEADER</a:t>
            </a:r>
            <a:endParaRPr lang="en-PL" sz="1100">
              <a:solidFill>
                <a:schemeClr val="bg1">
                  <a:lumMod val="50000"/>
                </a:schemeClr>
              </a:solidFill>
              <a:latin typeface="Poppins" pitchFamily="2" charset="77"/>
              <a:cs typeface="Poppins" pitchFamily="2" charset="77"/>
            </a:endParaRPr>
          </a:p>
        </p:txBody>
      </p:sp>
      <p:sp>
        <p:nvSpPr>
          <p:cNvPr id="24" name="Shape 9">
            <a:extLst>
              <a:ext uri="{FF2B5EF4-FFF2-40B4-BE49-F238E27FC236}">
                <a16:creationId xmlns:a16="http://schemas.microsoft.com/office/drawing/2014/main" id="{085C571F-B455-341E-E19E-07035EBD263D}"/>
              </a:ext>
            </a:extLst>
          </p:cNvPr>
          <p:cNvSpPr/>
          <p:nvPr/>
        </p:nvSpPr>
        <p:spPr>
          <a:xfrm>
            <a:off x="938798" y="4385200"/>
            <a:ext cx="2937070" cy="1059827"/>
          </a:xfrm>
          <a:prstGeom prst="roundRect">
            <a:avLst>
              <a:gd name="adj" fmla="val 7670"/>
            </a:avLst>
          </a:prstGeom>
          <a:solidFill>
            <a:srgbClr val="FCFAFF"/>
          </a:solidFill>
          <a:ln w="6350">
            <a:solidFill>
              <a:schemeClr val="bg1">
                <a:lumMod val="95000"/>
                <a:alpha val="99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5" name="TextBox 24">
            <a:extLst>
              <a:ext uri="{FF2B5EF4-FFF2-40B4-BE49-F238E27FC236}">
                <a16:creationId xmlns:a16="http://schemas.microsoft.com/office/drawing/2014/main" id="{34393D99-E6BF-061D-762A-C7AC15DA5EC7}"/>
              </a:ext>
            </a:extLst>
          </p:cNvPr>
          <p:cNvSpPr txBox="1"/>
          <p:nvPr/>
        </p:nvSpPr>
        <p:spPr>
          <a:xfrm>
            <a:off x="1008245" y="4544767"/>
            <a:ext cx="1945335" cy="230832"/>
          </a:xfrm>
          <a:prstGeom prst="rect">
            <a:avLst/>
          </a:prstGeom>
          <a:noFill/>
        </p:spPr>
        <p:txBody>
          <a:bodyPr wrap="square">
            <a:spAutoFit/>
          </a:bodyPr>
          <a:lstStyle/>
          <a:p>
            <a:r>
              <a:rPr lang="en-PL" sz="900">
                <a:solidFill>
                  <a:srgbClr val="D62293"/>
                </a:solidFill>
                <a:latin typeface="Inter" panose="02000503000000020004" pitchFamily="2" charset="0"/>
                <a:ea typeface="Inter" panose="02000503000000020004" pitchFamily="2" charset="0"/>
              </a:rPr>
              <a:t>ANOTHER HEADER</a:t>
            </a:r>
            <a:endParaRPr lang="en-PL" sz="900">
              <a:solidFill>
                <a:srgbClr val="D62293"/>
              </a:solidFill>
              <a:latin typeface="Inter" panose="02000503000000020004" pitchFamily="2" charset="0"/>
              <a:ea typeface="Inter" panose="02000503000000020004" pitchFamily="2" charset="0"/>
              <a:cs typeface="Poppins" pitchFamily="2" charset="77"/>
            </a:endParaRPr>
          </a:p>
        </p:txBody>
      </p:sp>
      <p:sp>
        <p:nvSpPr>
          <p:cNvPr id="26" name="TextBox 25">
            <a:extLst>
              <a:ext uri="{FF2B5EF4-FFF2-40B4-BE49-F238E27FC236}">
                <a16:creationId xmlns:a16="http://schemas.microsoft.com/office/drawing/2014/main" id="{D813C3B4-BAB0-00C9-4759-00F342147027}"/>
              </a:ext>
            </a:extLst>
          </p:cNvPr>
          <p:cNvSpPr txBox="1"/>
          <p:nvPr/>
        </p:nvSpPr>
        <p:spPr>
          <a:xfrm>
            <a:off x="983654" y="4775599"/>
            <a:ext cx="2831254" cy="461665"/>
          </a:xfrm>
          <a:prstGeom prst="rect">
            <a:avLst/>
          </a:prstGeom>
          <a:noFill/>
        </p:spPr>
        <p:txBody>
          <a:bodyPr wrap="square">
            <a:spAutoFit/>
          </a:bodyPr>
          <a:lstStyle/>
          <a:p>
            <a:r>
              <a:rPr lang="en-PL" sz="8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7" name="Shape 9">
            <a:extLst>
              <a:ext uri="{FF2B5EF4-FFF2-40B4-BE49-F238E27FC236}">
                <a16:creationId xmlns:a16="http://schemas.microsoft.com/office/drawing/2014/main" id="{47BEB6A8-AA49-17C3-D363-457D312F741B}"/>
              </a:ext>
            </a:extLst>
          </p:cNvPr>
          <p:cNvSpPr/>
          <p:nvPr/>
        </p:nvSpPr>
        <p:spPr>
          <a:xfrm>
            <a:off x="4345282" y="2204269"/>
            <a:ext cx="3400214" cy="3421914"/>
          </a:xfrm>
          <a:prstGeom prst="roundRect">
            <a:avLst>
              <a:gd name="adj" fmla="val 2881"/>
            </a:avLst>
          </a:prstGeom>
          <a:solidFill>
            <a:schemeClr val="bg1"/>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8" name="TextBox 27">
            <a:extLst>
              <a:ext uri="{FF2B5EF4-FFF2-40B4-BE49-F238E27FC236}">
                <a16:creationId xmlns:a16="http://schemas.microsoft.com/office/drawing/2014/main" id="{050E6924-C17E-EA96-C437-FC1D41A1AE06}"/>
              </a:ext>
            </a:extLst>
          </p:cNvPr>
          <p:cNvSpPr txBox="1"/>
          <p:nvPr/>
        </p:nvSpPr>
        <p:spPr>
          <a:xfrm>
            <a:off x="4584906" y="3306687"/>
            <a:ext cx="2876110" cy="526939"/>
          </a:xfrm>
          <a:prstGeom prst="rect">
            <a:avLst/>
          </a:prstGeom>
          <a:noFill/>
        </p:spPr>
        <p:txBody>
          <a:bodyPr wrap="square">
            <a:spAutoFit/>
          </a:bodyPr>
          <a:lstStyle/>
          <a:p>
            <a:pPr>
              <a:lnSpc>
                <a:spcPct val="150000"/>
              </a:lnSpc>
              <a:buClr>
                <a:srgbClr val="D62293"/>
              </a:buClr>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a:t>
            </a: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9" name="Subtitle 2">
            <a:extLst>
              <a:ext uri="{FF2B5EF4-FFF2-40B4-BE49-F238E27FC236}">
                <a16:creationId xmlns:a16="http://schemas.microsoft.com/office/drawing/2014/main" id="{5C13F791-82BB-1AEF-E00D-8C6960E58795}"/>
              </a:ext>
            </a:extLst>
          </p:cNvPr>
          <p:cNvSpPr txBox="1">
            <a:spLocks/>
          </p:cNvSpPr>
          <p:nvPr/>
        </p:nvSpPr>
        <p:spPr>
          <a:xfrm>
            <a:off x="4790959" y="2398843"/>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cxnSp>
        <p:nvCxnSpPr>
          <p:cNvPr id="30" name="Straight Connector 29">
            <a:extLst>
              <a:ext uri="{FF2B5EF4-FFF2-40B4-BE49-F238E27FC236}">
                <a16:creationId xmlns:a16="http://schemas.microsoft.com/office/drawing/2014/main" id="{1FA22A04-BD7B-DDED-0827-BBDD77794A1A}"/>
              </a:ext>
            </a:extLst>
          </p:cNvPr>
          <p:cNvCxnSpPr/>
          <p:nvPr/>
        </p:nvCxnSpPr>
        <p:spPr>
          <a:xfrm>
            <a:off x="4345282" y="2768962"/>
            <a:ext cx="3400214" cy="0"/>
          </a:xfrm>
          <a:prstGeom prst="line">
            <a:avLst/>
          </a:prstGeom>
          <a:ln w="63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31" name="Shape 9">
            <a:extLst>
              <a:ext uri="{FF2B5EF4-FFF2-40B4-BE49-F238E27FC236}">
                <a16:creationId xmlns:a16="http://schemas.microsoft.com/office/drawing/2014/main" id="{F9660829-FD74-2629-E2EF-93F8C697E38C}"/>
              </a:ext>
            </a:extLst>
          </p:cNvPr>
          <p:cNvSpPr/>
          <p:nvPr/>
        </p:nvSpPr>
        <p:spPr>
          <a:xfrm>
            <a:off x="4503977" y="2367476"/>
            <a:ext cx="260909" cy="263149"/>
          </a:xfrm>
          <a:prstGeom prst="roundRect">
            <a:avLst>
              <a:gd name="adj" fmla="val 7031"/>
            </a:avLst>
          </a:prstGeom>
          <a:solidFill>
            <a:srgbClr val="D62293">
              <a:alpha val="3000"/>
            </a:srgbClr>
          </a:solid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32" name="Graphic 31">
            <a:extLst>
              <a:ext uri="{FF2B5EF4-FFF2-40B4-BE49-F238E27FC236}">
                <a16:creationId xmlns:a16="http://schemas.microsoft.com/office/drawing/2014/main" id="{AA6D342A-D807-3D28-80C9-0898F04AC6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20131" y="2384750"/>
            <a:ext cx="228600" cy="228600"/>
          </a:xfrm>
          <a:prstGeom prst="rect">
            <a:avLst/>
          </a:prstGeom>
        </p:spPr>
      </p:pic>
      <p:sp>
        <p:nvSpPr>
          <p:cNvPr id="33" name="Subtitle 2">
            <a:extLst>
              <a:ext uri="{FF2B5EF4-FFF2-40B4-BE49-F238E27FC236}">
                <a16:creationId xmlns:a16="http://schemas.microsoft.com/office/drawing/2014/main" id="{9CD55D83-FA68-C4CD-0D03-AF0A802F3BEB}"/>
              </a:ext>
            </a:extLst>
          </p:cNvPr>
          <p:cNvSpPr txBox="1">
            <a:spLocks/>
          </p:cNvSpPr>
          <p:nvPr/>
        </p:nvSpPr>
        <p:spPr>
          <a:xfrm>
            <a:off x="4584906" y="3029060"/>
            <a:ext cx="2611216" cy="22044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900">
                <a:solidFill>
                  <a:schemeClr val="bg1">
                    <a:lumMod val="50000"/>
                  </a:schemeClr>
                </a:solidFill>
                <a:latin typeface="Poppins" pitchFamily="2" charset="77"/>
                <a:cs typeface="Poppins" pitchFamily="2" charset="77"/>
              </a:rPr>
              <a:t>SUBHEADER</a:t>
            </a:r>
            <a:endParaRPr lang="en-PL" sz="1100">
              <a:solidFill>
                <a:schemeClr val="bg1">
                  <a:lumMod val="50000"/>
                </a:schemeClr>
              </a:solidFill>
              <a:latin typeface="Poppins" pitchFamily="2" charset="77"/>
              <a:cs typeface="Poppins" pitchFamily="2" charset="77"/>
            </a:endParaRPr>
          </a:p>
        </p:txBody>
      </p:sp>
      <p:sp>
        <p:nvSpPr>
          <p:cNvPr id="34" name="TextBox 33">
            <a:extLst>
              <a:ext uri="{FF2B5EF4-FFF2-40B4-BE49-F238E27FC236}">
                <a16:creationId xmlns:a16="http://schemas.microsoft.com/office/drawing/2014/main" id="{A43311ED-B90C-3B80-4358-B586B5FA4C40}"/>
              </a:ext>
            </a:extLst>
          </p:cNvPr>
          <p:cNvSpPr txBox="1"/>
          <p:nvPr/>
        </p:nvSpPr>
        <p:spPr>
          <a:xfrm>
            <a:off x="4634431" y="5067115"/>
            <a:ext cx="1467574" cy="215444"/>
          </a:xfrm>
          <a:prstGeom prst="rect">
            <a:avLst/>
          </a:prstGeom>
          <a:noFill/>
        </p:spPr>
        <p:txBody>
          <a:bodyPr wrap="square">
            <a:spAutoFit/>
          </a:bodyPr>
          <a:lstStyle/>
          <a:p>
            <a:r>
              <a:rPr lang="en-PL" sz="800">
                <a:solidFill>
                  <a:schemeClr val="bg1"/>
                </a:solidFill>
                <a:latin typeface="Inter Medium" panose="02000503000000020004" pitchFamily="2" charset="0"/>
                <a:ea typeface="Inter Medium" panose="02000503000000020004" pitchFamily="2" charset="0"/>
                <a:cs typeface="Poppins" pitchFamily="2" charset="77"/>
              </a:rPr>
              <a:t>CUSTOMER</a:t>
            </a:r>
          </a:p>
        </p:txBody>
      </p:sp>
      <p:sp>
        <p:nvSpPr>
          <p:cNvPr id="35" name="TextBox 34">
            <a:extLst>
              <a:ext uri="{FF2B5EF4-FFF2-40B4-BE49-F238E27FC236}">
                <a16:creationId xmlns:a16="http://schemas.microsoft.com/office/drawing/2014/main" id="{174640E6-AAD9-416E-3A4A-6B140FCEEE8C}"/>
              </a:ext>
            </a:extLst>
          </p:cNvPr>
          <p:cNvSpPr txBox="1"/>
          <p:nvPr/>
        </p:nvSpPr>
        <p:spPr>
          <a:xfrm>
            <a:off x="4634431" y="5250916"/>
            <a:ext cx="2475191" cy="338554"/>
          </a:xfrm>
          <a:prstGeom prst="rect">
            <a:avLst/>
          </a:prstGeom>
          <a:noFill/>
        </p:spPr>
        <p:txBody>
          <a:bodyPr wrap="square">
            <a:spAutoFit/>
          </a:bodyPr>
          <a:lstStyle/>
          <a:p>
            <a:r>
              <a:rPr lang="en-PL" sz="800">
                <a:solidFill>
                  <a:schemeClr val="bg1"/>
                </a:solidFill>
                <a:latin typeface="Inter Light" panose="02000503000000020004" pitchFamily="2" charset="0"/>
                <a:ea typeface="Inter Light" panose="02000503000000020004" pitchFamily="2" charset="0"/>
              </a:rPr>
              <a:t>Nam eget mauris volutpat nisl lacus. Lectus nibh blandit sit pulvinar feugia.</a:t>
            </a:r>
            <a:endParaRPr lang="en-PL" sz="800">
              <a:solidFill>
                <a:schemeClr val="bg1"/>
              </a:solidFill>
              <a:latin typeface="Inter Light" panose="02000503000000020004" pitchFamily="2" charset="0"/>
              <a:ea typeface="Inter Light" panose="02000503000000020004" pitchFamily="2" charset="0"/>
              <a:cs typeface="Poppins" pitchFamily="2" charset="77"/>
            </a:endParaRPr>
          </a:p>
        </p:txBody>
      </p:sp>
      <p:sp>
        <p:nvSpPr>
          <p:cNvPr id="36" name="Shape 9">
            <a:extLst>
              <a:ext uri="{FF2B5EF4-FFF2-40B4-BE49-F238E27FC236}">
                <a16:creationId xmlns:a16="http://schemas.microsoft.com/office/drawing/2014/main" id="{7CAB7408-3B4E-09F6-A4FB-CF4555CB41B6}"/>
              </a:ext>
            </a:extLst>
          </p:cNvPr>
          <p:cNvSpPr/>
          <p:nvPr/>
        </p:nvSpPr>
        <p:spPr>
          <a:xfrm>
            <a:off x="4640492" y="4027669"/>
            <a:ext cx="2826584" cy="687361"/>
          </a:xfrm>
          <a:prstGeom prst="roundRect">
            <a:avLst>
              <a:gd name="adj" fmla="val 7670"/>
            </a:avLst>
          </a:prstGeom>
          <a:solidFill>
            <a:srgbClr val="FCFAFF"/>
          </a:solidFill>
          <a:ln w="6350">
            <a:solidFill>
              <a:schemeClr val="bg1">
                <a:lumMod val="95000"/>
              </a:schemeClr>
            </a:solidFill>
            <a:prstDash val="solid"/>
          </a:ln>
        </p:spPr>
        <p:txBody>
          <a:bodyPr anchor="ctr"/>
          <a:lstStyle/>
          <a:p>
            <a:pPr>
              <a:lnSpc>
                <a:spcPct val="150000"/>
              </a:lnSpc>
            </a:pPr>
            <a:r>
              <a:rPr lang="en-PL" sz="8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7" name="Round Same-side Corner of Rectangle 36">
            <a:extLst>
              <a:ext uri="{FF2B5EF4-FFF2-40B4-BE49-F238E27FC236}">
                <a16:creationId xmlns:a16="http://schemas.microsoft.com/office/drawing/2014/main" id="{52CDCD85-4A15-CA48-F62C-0FA3313D784A}"/>
              </a:ext>
            </a:extLst>
          </p:cNvPr>
          <p:cNvSpPr/>
          <p:nvPr/>
        </p:nvSpPr>
        <p:spPr>
          <a:xfrm rot="10800000">
            <a:off x="4347897" y="4974713"/>
            <a:ext cx="3400213" cy="651461"/>
          </a:xfrm>
          <a:prstGeom prst="round2SameRect">
            <a:avLst>
              <a:gd name="adj1" fmla="val 11789"/>
              <a:gd name="adj2" fmla="val 0"/>
            </a:avLst>
          </a:prstGeom>
          <a:solidFill>
            <a:srgbClr val="D62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38" name="TextBox 37">
            <a:extLst>
              <a:ext uri="{FF2B5EF4-FFF2-40B4-BE49-F238E27FC236}">
                <a16:creationId xmlns:a16="http://schemas.microsoft.com/office/drawing/2014/main" id="{B8D61201-CCFB-348E-D1BC-32C9C1BD04B8}"/>
              </a:ext>
            </a:extLst>
          </p:cNvPr>
          <p:cNvSpPr txBox="1"/>
          <p:nvPr/>
        </p:nvSpPr>
        <p:spPr>
          <a:xfrm>
            <a:off x="4924793" y="5065700"/>
            <a:ext cx="2254759" cy="469487"/>
          </a:xfrm>
          <a:prstGeom prst="rect">
            <a:avLst/>
          </a:prstGeom>
          <a:noFill/>
        </p:spPr>
        <p:txBody>
          <a:bodyPr wrap="square">
            <a:spAutoFit/>
          </a:bodyPr>
          <a:lstStyle/>
          <a:p>
            <a:pPr>
              <a:lnSpc>
                <a:spcPts val="1000"/>
              </a:lnSpc>
            </a:pPr>
            <a:r>
              <a:rPr lang="en-PL" sz="800">
                <a:solidFill>
                  <a:schemeClr val="bg1"/>
                </a:solidFill>
                <a:latin typeface="Inter Medium" panose="02000503000000020004" pitchFamily="2" charset="0"/>
                <a:ea typeface="Inter Medium" panose="02000503000000020004" pitchFamily="2" charset="0"/>
              </a:rPr>
              <a:t>Nam eget </a:t>
            </a:r>
            <a:r>
              <a:rPr lang="en-PL" sz="800">
                <a:solidFill>
                  <a:schemeClr val="bg1"/>
                </a:solidFill>
                <a:latin typeface="Inter Light" panose="02000503000000020004" pitchFamily="2" charset="0"/>
                <a:ea typeface="Inter Light" panose="02000503000000020004" pitchFamily="2" charset="0"/>
              </a:rPr>
              <a:t>mauris volutpat nisl lacus. Lectus nibh blandit sit pulvinar feugiat. Nisi dignissim in in dui.</a:t>
            </a:r>
            <a:endParaRPr lang="en-PL" sz="800">
              <a:solidFill>
                <a:schemeClr val="bg1"/>
              </a:solidFill>
              <a:latin typeface="Inter Light" panose="02000503000000020004" pitchFamily="2" charset="0"/>
              <a:ea typeface="Inter Light" panose="02000503000000020004" pitchFamily="2" charset="0"/>
              <a:cs typeface="Poppins" pitchFamily="2" charset="77"/>
            </a:endParaRPr>
          </a:p>
        </p:txBody>
      </p:sp>
      <p:pic>
        <p:nvPicPr>
          <p:cNvPr id="39" name="Graphic 38">
            <a:extLst>
              <a:ext uri="{FF2B5EF4-FFF2-40B4-BE49-F238E27FC236}">
                <a16:creationId xmlns:a16="http://schemas.microsoft.com/office/drawing/2014/main" id="{46AD19A1-F7B9-E21B-D5D5-0063935588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6920" y="5207414"/>
            <a:ext cx="228600" cy="228600"/>
          </a:xfrm>
          <a:prstGeom prst="rect">
            <a:avLst/>
          </a:prstGeom>
        </p:spPr>
      </p:pic>
      <p:sp>
        <p:nvSpPr>
          <p:cNvPr id="40" name="Shape 9">
            <a:extLst>
              <a:ext uri="{FF2B5EF4-FFF2-40B4-BE49-F238E27FC236}">
                <a16:creationId xmlns:a16="http://schemas.microsoft.com/office/drawing/2014/main" id="{A90F1BB5-FFDD-A418-750D-3CFCF1B1C278}"/>
              </a:ext>
            </a:extLst>
          </p:cNvPr>
          <p:cNvSpPr/>
          <p:nvPr/>
        </p:nvSpPr>
        <p:spPr>
          <a:xfrm>
            <a:off x="7985120" y="2204269"/>
            <a:ext cx="3400214" cy="3421914"/>
          </a:xfrm>
          <a:prstGeom prst="roundRect">
            <a:avLst>
              <a:gd name="adj" fmla="val 2881"/>
            </a:avLst>
          </a:prstGeom>
          <a:solidFill>
            <a:schemeClr val="bg1"/>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43" name="TextBox 42">
            <a:extLst>
              <a:ext uri="{FF2B5EF4-FFF2-40B4-BE49-F238E27FC236}">
                <a16:creationId xmlns:a16="http://schemas.microsoft.com/office/drawing/2014/main" id="{18062664-FC32-73D7-8C17-BA5599F3E0CC}"/>
              </a:ext>
            </a:extLst>
          </p:cNvPr>
          <p:cNvSpPr txBox="1"/>
          <p:nvPr/>
        </p:nvSpPr>
        <p:spPr>
          <a:xfrm>
            <a:off x="8224744" y="3306687"/>
            <a:ext cx="2876110" cy="1219436"/>
          </a:xfrm>
          <a:prstGeom prst="rect">
            <a:avLst/>
          </a:prstGeom>
          <a:noFill/>
        </p:spPr>
        <p:txBody>
          <a:bodyPr wrap="square">
            <a:spAutoFit/>
          </a:bodyPr>
          <a:lstStyle/>
          <a:p>
            <a:pPr>
              <a:lnSpc>
                <a:spcPct val="150000"/>
              </a:lnSpc>
              <a:buClr>
                <a:srgbClr val="D62293"/>
              </a:buClr>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44" name="Subtitle 2">
            <a:extLst>
              <a:ext uri="{FF2B5EF4-FFF2-40B4-BE49-F238E27FC236}">
                <a16:creationId xmlns:a16="http://schemas.microsoft.com/office/drawing/2014/main" id="{DCAF7343-D48E-E714-76EE-59511BE1FEDB}"/>
              </a:ext>
            </a:extLst>
          </p:cNvPr>
          <p:cNvSpPr txBox="1">
            <a:spLocks/>
          </p:cNvSpPr>
          <p:nvPr/>
        </p:nvSpPr>
        <p:spPr>
          <a:xfrm>
            <a:off x="8430797" y="2398843"/>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cxnSp>
        <p:nvCxnSpPr>
          <p:cNvPr id="46" name="Straight Connector 45">
            <a:extLst>
              <a:ext uri="{FF2B5EF4-FFF2-40B4-BE49-F238E27FC236}">
                <a16:creationId xmlns:a16="http://schemas.microsoft.com/office/drawing/2014/main" id="{9CB66B36-6B24-12F8-6A15-1543651F70F6}"/>
              </a:ext>
            </a:extLst>
          </p:cNvPr>
          <p:cNvCxnSpPr/>
          <p:nvPr/>
        </p:nvCxnSpPr>
        <p:spPr>
          <a:xfrm>
            <a:off x="7985120" y="2768962"/>
            <a:ext cx="3400214" cy="0"/>
          </a:xfrm>
          <a:prstGeom prst="line">
            <a:avLst/>
          </a:prstGeom>
          <a:ln w="63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49" name="Shape 9">
            <a:extLst>
              <a:ext uri="{FF2B5EF4-FFF2-40B4-BE49-F238E27FC236}">
                <a16:creationId xmlns:a16="http://schemas.microsoft.com/office/drawing/2014/main" id="{9987A88E-71FA-E7AE-101F-0A2C9C7246EA}"/>
              </a:ext>
            </a:extLst>
          </p:cNvPr>
          <p:cNvSpPr/>
          <p:nvPr/>
        </p:nvSpPr>
        <p:spPr>
          <a:xfrm>
            <a:off x="8143815" y="2367476"/>
            <a:ext cx="260909" cy="263149"/>
          </a:xfrm>
          <a:prstGeom prst="roundRect">
            <a:avLst>
              <a:gd name="adj" fmla="val 7031"/>
            </a:avLst>
          </a:prstGeom>
          <a:solidFill>
            <a:srgbClr val="D62293">
              <a:alpha val="3000"/>
            </a:srgbClr>
          </a:solid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50" name="Graphic 49">
            <a:extLst>
              <a:ext uri="{FF2B5EF4-FFF2-40B4-BE49-F238E27FC236}">
                <a16:creationId xmlns:a16="http://schemas.microsoft.com/office/drawing/2014/main" id="{03852330-0AF5-6085-E840-91AD2269A6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59969" y="2384750"/>
            <a:ext cx="228600" cy="228600"/>
          </a:xfrm>
          <a:prstGeom prst="rect">
            <a:avLst/>
          </a:prstGeom>
        </p:spPr>
      </p:pic>
      <p:sp>
        <p:nvSpPr>
          <p:cNvPr id="52" name="Subtitle 2">
            <a:extLst>
              <a:ext uri="{FF2B5EF4-FFF2-40B4-BE49-F238E27FC236}">
                <a16:creationId xmlns:a16="http://schemas.microsoft.com/office/drawing/2014/main" id="{EFCD9D67-5E26-8E47-10DC-CAAE7BA4549B}"/>
              </a:ext>
            </a:extLst>
          </p:cNvPr>
          <p:cNvSpPr txBox="1">
            <a:spLocks/>
          </p:cNvSpPr>
          <p:nvPr/>
        </p:nvSpPr>
        <p:spPr>
          <a:xfrm>
            <a:off x="8224744" y="3029060"/>
            <a:ext cx="2611216" cy="22044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900">
                <a:solidFill>
                  <a:schemeClr val="bg1">
                    <a:lumMod val="50000"/>
                  </a:schemeClr>
                </a:solidFill>
                <a:latin typeface="Poppins" pitchFamily="2" charset="77"/>
                <a:cs typeface="Poppins" pitchFamily="2" charset="77"/>
              </a:rPr>
              <a:t>SUBHEADER</a:t>
            </a:r>
            <a:endParaRPr lang="en-PL" sz="1100">
              <a:solidFill>
                <a:schemeClr val="bg1">
                  <a:lumMod val="50000"/>
                </a:schemeClr>
              </a:solidFill>
              <a:latin typeface="Poppins" pitchFamily="2" charset="77"/>
              <a:cs typeface="Poppins" pitchFamily="2" charset="77"/>
            </a:endParaRPr>
          </a:p>
        </p:txBody>
      </p:sp>
      <p:sp>
        <p:nvSpPr>
          <p:cNvPr id="55" name="Shape 9">
            <a:extLst>
              <a:ext uri="{FF2B5EF4-FFF2-40B4-BE49-F238E27FC236}">
                <a16:creationId xmlns:a16="http://schemas.microsoft.com/office/drawing/2014/main" id="{2F9EB8D4-60F7-A2BF-6374-A2F526031BA9}"/>
              </a:ext>
            </a:extLst>
          </p:cNvPr>
          <p:cNvSpPr/>
          <p:nvPr/>
        </p:nvSpPr>
        <p:spPr>
          <a:xfrm>
            <a:off x="8224744" y="4385200"/>
            <a:ext cx="2937070" cy="1059827"/>
          </a:xfrm>
          <a:prstGeom prst="roundRect">
            <a:avLst>
              <a:gd name="adj" fmla="val 7670"/>
            </a:avLst>
          </a:prstGeom>
          <a:solidFill>
            <a:srgbClr val="FCFAFF"/>
          </a:solidFill>
          <a:ln w="6350">
            <a:solidFill>
              <a:schemeClr val="bg1">
                <a:lumMod val="95000"/>
                <a:alpha val="99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56" name="TextBox 55">
            <a:extLst>
              <a:ext uri="{FF2B5EF4-FFF2-40B4-BE49-F238E27FC236}">
                <a16:creationId xmlns:a16="http://schemas.microsoft.com/office/drawing/2014/main" id="{2C080453-F1CF-01D0-D9EF-6A6A0C8A2E02}"/>
              </a:ext>
            </a:extLst>
          </p:cNvPr>
          <p:cNvSpPr txBox="1"/>
          <p:nvPr/>
        </p:nvSpPr>
        <p:spPr>
          <a:xfrm>
            <a:off x="8294191" y="4544767"/>
            <a:ext cx="1945335" cy="230832"/>
          </a:xfrm>
          <a:prstGeom prst="rect">
            <a:avLst/>
          </a:prstGeom>
          <a:noFill/>
        </p:spPr>
        <p:txBody>
          <a:bodyPr wrap="square">
            <a:spAutoFit/>
          </a:bodyPr>
          <a:lstStyle/>
          <a:p>
            <a:r>
              <a:rPr lang="en-PL" sz="900">
                <a:solidFill>
                  <a:srgbClr val="D62293"/>
                </a:solidFill>
                <a:latin typeface="Inter" panose="02000503000000020004" pitchFamily="2" charset="0"/>
                <a:ea typeface="Inter" panose="02000503000000020004" pitchFamily="2" charset="0"/>
              </a:rPr>
              <a:t>ANOTHER HEADER</a:t>
            </a:r>
            <a:endParaRPr lang="en-PL" sz="900">
              <a:solidFill>
                <a:srgbClr val="D62293"/>
              </a:solidFill>
              <a:latin typeface="Inter" panose="02000503000000020004" pitchFamily="2" charset="0"/>
              <a:ea typeface="Inter" panose="02000503000000020004" pitchFamily="2" charset="0"/>
              <a:cs typeface="Poppins" pitchFamily="2" charset="77"/>
            </a:endParaRPr>
          </a:p>
        </p:txBody>
      </p:sp>
      <p:sp>
        <p:nvSpPr>
          <p:cNvPr id="57" name="TextBox 56">
            <a:extLst>
              <a:ext uri="{FF2B5EF4-FFF2-40B4-BE49-F238E27FC236}">
                <a16:creationId xmlns:a16="http://schemas.microsoft.com/office/drawing/2014/main" id="{21CD2123-1018-BC65-F445-4F6945285CA8}"/>
              </a:ext>
            </a:extLst>
          </p:cNvPr>
          <p:cNvSpPr txBox="1"/>
          <p:nvPr/>
        </p:nvSpPr>
        <p:spPr>
          <a:xfrm>
            <a:off x="8269600" y="4775599"/>
            <a:ext cx="2831254" cy="461665"/>
          </a:xfrm>
          <a:prstGeom prst="rect">
            <a:avLst/>
          </a:prstGeom>
          <a:noFill/>
        </p:spPr>
        <p:txBody>
          <a:bodyPr wrap="square">
            <a:spAutoFit/>
          </a:bodyPr>
          <a:lstStyle/>
          <a:p>
            <a:r>
              <a:rPr lang="en-PL" sz="8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cxnSp>
        <p:nvCxnSpPr>
          <p:cNvPr id="60" name="Straight Connector 59">
            <a:extLst>
              <a:ext uri="{FF2B5EF4-FFF2-40B4-BE49-F238E27FC236}">
                <a16:creationId xmlns:a16="http://schemas.microsoft.com/office/drawing/2014/main" id="{45F0CD8F-59C5-59B4-DA4C-80B266579758}"/>
              </a:ext>
            </a:extLst>
          </p:cNvPr>
          <p:cNvCxnSpPr>
            <a:cxnSpLocks/>
          </p:cNvCxnSpPr>
          <p:nvPr/>
        </p:nvCxnSpPr>
        <p:spPr>
          <a:xfrm>
            <a:off x="4099388" y="2768962"/>
            <a:ext cx="245894" cy="0"/>
          </a:xfrm>
          <a:prstGeom prst="line">
            <a:avLst/>
          </a:prstGeom>
          <a:ln w="12700">
            <a:solidFill>
              <a:srgbClr val="D62293"/>
            </a:solidFill>
            <a:prstDash val="dash"/>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AA2BA480-4327-54D2-6B61-1C8CB89B074A}"/>
              </a:ext>
            </a:extLst>
          </p:cNvPr>
          <p:cNvCxnSpPr>
            <a:cxnSpLocks/>
          </p:cNvCxnSpPr>
          <p:nvPr/>
        </p:nvCxnSpPr>
        <p:spPr>
          <a:xfrm>
            <a:off x="7750725" y="2768962"/>
            <a:ext cx="245894" cy="0"/>
          </a:xfrm>
          <a:prstGeom prst="line">
            <a:avLst/>
          </a:prstGeom>
          <a:ln w="12700">
            <a:solidFill>
              <a:srgbClr val="D62293"/>
            </a:solidFill>
            <a:prstDash val="dash"/>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FB7CB40-ABE1-B5AF-774C-747F0027CCF8}"/>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1025604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607-573C-C075-12EE-3FC6AF0BE213}"/>
            </a:ext>
          </a:extLst>
        </p:cNvPr>
        <p:cNvGrpSpPr/>
        <p:nvPr/>
      </p:nvGrpSpPr>
      <p:grpSpPr>
        <a:xfrm>
          <a:off x="0" y="0"/>
          <a:ext cx="0" cy="0"/>
          <a:chOff x="0" y="0"/>
          <a:chExt cx="0" cy="0"/>
        </a:xfrm>
      </p:grpSpPr>
      <p:pic>
        <p:nvPicPr>
          <p:cNvPr id="13" name="Graphic 12" descr="Checkbox Ticked with solid fill">
            <a:extLst>
              <a:ext uri="{FF2B5EF4-FFF2-40B4-BE49-F238E27FC236}">
                <a16:creationId xmlns:a16="http://schemas.microsoft.com/office/drawing/2014/main" id="{C84113FA-3FFE-F610-02F1-9187A5C59C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32090" y="3271676"/>
            <a:ext cx="327818" cy="327818"/>
          </a:xfrm>
          <a:prstGeom prst="rect">
            <a:avLst/>
          </a:prstGeom>
        </p:spPr>
      </p:pic>
      <p:sp>
        <p:nvSpPr>
          <p:cNvPr id="21" name="Rounded Rectangle 20">
            <a:extLst>
              <a:ext uri="{FF2B5EF4-FFF2-40B4-BE49-F238E27FC236}">
                <a16:creationId xmlns:a16="http://schemas.microsoft.com/office/drawing/2014/main" id="{93975FA0-3A71-E969-1407-8C11D7BE07F6}"/>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5" name="TextBox 4">
            <a:extLst>
              <a:ext uri="{FF2B5EF4-FFF2-40B4-BE49-F238E27FC236}">
                <a16:creationId xmlns:a16="http://schemas.microsoft.com/office/drawing/2014/main" id="{E3312758-8C6A-0E42-1EC2-DDC9B571A862}"/>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6" name="Straight Connector 5">
            <a:extLst>
              <a:ext uri="{FF2B5EF4-FFF2-40B4-BE49-F238E27FC236}">
                <a16:creationId xmlns:a16="http://schemas.microsoft.com/office/drawing/2014/main" id="{8EA22ACA-AC93-B808-0219-F5D2320C3942}"/>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graphicFrame>
        <p:nvGraphicFramePr>
          <p:cNvPr id="32" name="Table 31">
            <a:extLst>
              <a:ext uri="{FF2B5EF4-FFF2-40B4-BE49-F238E27FC236}">
                <a16:creationId xmlns:a16="http://schemas.microsoft.com/office/drawing/2014/main" id="{69C52C8F-24BA-BDA0-D058-55F5C052C861}"/>
              </a:ext>
            </a:extLst>
          </p:cNvPr>
          <p:cNvGraphicFramePr>
            <a:graphicFrameLocks noGrp="1"/>
          </p:cNvGraphicFramePr>
          <p:nvPr>
            <p:extLst>
              <p:ext uri="{D42A27DB-BD31-4B8C-83A1-F6EECF244321}">
                <p14:modId xmlns:p14="http://schemas.microsoft.com/office/powerpoint/2010/main" val="1068064832"/>
              </p:ext>
            </p:extLst>
          </p:nvPr>
        </p:nvGraphicFramePr>
        <p:xfrm>
          <a:off x="3375550" y="2253607"/>
          <a:ext cx="8306513" cy="3434295"/>
        </p:xfrm>
        <a:graphic>
          <a:graphicData uri="http://schemas.openxmlformats.org/drawingml/2006/table">
            <a:tbl>
              <a:tblPr firstRow="1" bandRow="1">
                <a:tableStyleId>{9D7B26C5-4107-4FEC-AEDC-1716B250A1EF}</a:tableStyleId>
              </a:tblPr>
              <a:tblGrid>
                <a:gridCol w="2511525">
                  <a:extLst>
                    <a:ext uri="{9D8B030D-6E8A-4147-A177-3AD203B41FA5}">
                      <a16:colId xmlns:a16="http://schemas.microsoft.com/office/drawing/2014/main" val="976818175"/>
                    </a:ext>
                  </a:extLst>
                </a:gridCol>
                <a:gridCol w="2983515">
                  <a:extLst>
                    <a:ext uri="{9D8B030D-6E8A-4147-A177-3AD203B41FA5}">
                      <a16:colId xmlns:a16="http://schemas.microsoft.com/office/drawing/2014/main" val="1242870409"/>
                    </a:ext>
                  </a:extLst>
                </a:gridCol>
                <a:gridCol w="2811473">
                  <a:extLst>
                    <a:ext uri="{9D8B030D-6E8A-4147-A177-3AD203B41FA5}">
                      <a16:colId xmlns:a16="http://schemas.microsoft.com/office/drawing/2014/main" val="4189782902"/>
                    </a:ext>
                  </a:extLst>
                </a:gridCol>
              </a:tblGrid>
              <a:tr h="859679">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PL" sz="1400" b="0" i="0">
                          <a:ln>
                            <a:noFill/>
                          </a:ln>
                          <a:latin typeface="Poppins Medium" pitchFamily="2" charset="77"/>
                          <a:ea typeface="Inter" panose="02000503000000020004" pitchFamily="2" charset="0"/>
                          <a:cs typeface="Poppins Medium" pitchFamily="2" charset="77"/>
                        </a:rPr>
                        <a:t>TRIAL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PL" sz="1400" b="0" i="0">
                          <a:ln>
                            <a:noFill/>
                          </a:ln>
                          <a:latin typeface="Poppins Medium" pitchFamily="2" charset="77"/>
                          <a:ea typeface="Inter" panose="02000503000000020004" pitchFamily="2" charset="0"/>
                          <a:cs typeface="Poppins Medium" pitchFamily="2" charset="77"/>
                        </a:rPr>
                        <a:t>PAID LICENSE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58566024"/>
                  </a:ext>
                </a:extLst>
              </a:tr>
              <a:tr h="672369">
                <a:tc>
                  <a:txBody>
                    <a:bodyPr/>
                    <a:lstStyle/>
                    <a:p>
                      <a:r>
                        <a:rPr lang="en-PL" sz="1400" b="0" i="0">
                          <a:ln>
                            <a:noFill/>
                          </a:ln>
                          <a:latin typeface="Inter" panose="02000503000000020004" pitchFamily="2" charset="0"/>
                          <a:ea typeface="Inter" panose="02000503000000020004" pitchFamily="2" charset="0"/>
                          <a:cs typeface="Poppins" pitchFamily="2" charset="77"/>
                        </a:rPr>
                        <a:t>DPX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0169215"/>
                  </a:ext>
                </a:extLst>
              </a:tr>
              <a:tr h="615098">
                <a:tc>
                  <a:txBody>
                    <a:bodyPr/>
                    <a:lstStyle/>
                    <a:p>
                      <a:r>
                        <a:rPr lang="en-PL" sz="1400" b="0" i="0">
                          <a:ln>
                            <a:noFill/>
                          </a:ln>
                          <a:latin typeface="Inter" panose="02000503000000020004" pitchFamily="2" charset="0"/>
                          <a:ea typeface="Inter" panose="02000503000000020004" pitchFamily="2" charset="0"/>
                          <a:cs typeface="Poppins" pitchFamily="2" charset="77"/>
                        </a:rPr>
                        <a:t>vStor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370864"/>
                  </a:ext>
                </a:extLst>
              </a:tr>
              <a:tr h="672051">
                <a:tc>
                  <a:txBody>
                    <a:bodyPr/>
                    <a:lstStyle/>
                    <a:p>
                      <a:r>
                        <a:rPr lang="en-PL" sz="1400" b="0" i="0">
                          <a:ln>
                            <a:noFill/>
                          </a:ln>
                          <a:latin typeface="Inter" panose="02000503000000020004" pitchFamily="2" charset="0"/>
                          <a:ea typeface="Inter" panose="02000503000000020004" pitchFamily="2" charset="0"/>
                          <a:cs typeface="Poppins" pitchFamily="2" charset="77"/>
                        </a:rPr>
                        <a:t>GuardMode Protection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8340518"/>
                  </a:ext>
                </a:extLst>
              </a:tr>
              <a:tr h="615098">
                <a:tc>
                  <a:txBody>
                    <a:bodyPr/>
                    <a:lstStyle/>
                    <a:p>
                      <a:r>
                        <a:rPr lang="en-PL" sz="1400" b="0" i="0">
                          <a:ln>
                            <a:noFill/>
                          </a:ln>
                          <a:latin typeface="Inter" panose="02000503000000020004" pitchFamily="2" charset="0"/>
                          <a:ea typeface="Inter" panose="02000503000000020004" pitchFamily="2" charset="0"/>
                          <a:cs typeface="Poppins" pitchFamily="2" charset="77"/>
                        </a:rPr>
                        <a:t>Additional Socets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2377478"/>
                  </a:ext>
                </a:extLst>
              </a:tr>
            </a:tbl>
          </a:graphicData>
        </a:graphic>
      </p:graphicFrame>
      <p:pic>
        <p:nvPicPr>
          <p:cNvPr id="33" name="Graphic 32" descr="Checkbox Ticked with solid fill">
            <a:extLst>
              <a:ext uri="{FF2B5EF4-FFF2-40B4-BE49-F238E27FC236}">
                <a16:creationId xmlns:a16="http://schemas.microsoft.com/office/drawing/2014/main" id="{0AEE2EE5-EB95-A37C-C1E1-A94E319B48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56825" y="3271676"/>
            <a:ext cx="327818" cy="327818"/>
          </a:xfrm>
          <a:prstGeom prst="rect">
            <a:avLst/>
          </a:prstGeom>
        </p:spPr>
      </p:pic>
      <p:pic>
        <p:nvPicPr>
          <p:cNvPr id="34" name="Graphic 33" descr="Checkbox Ticked with solid fill">
            <a:extLst>
              <a:ext uri="{FF2B5EF4-FFF2-40B4-BE49-F238E27FC236}">
                <a16:creationId xmlns:a16="http://schemas.microsoft.com/office/drawing/2014/main" id="{C3210702-5C1C-10BC-CCC7-4AF5FA1C47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56825" y="3923858"/>
            <a:ext cx="327818" cy="327818"/>
          </a:xfrm>
          <a:prstGeom prst="rect">
            <a:avLst/>
          </a:prstGeom>
        </p:spPr>
      </p:pic>
      <p:pic>
        <p:nvPicPr>
          <p:cNvPr id="35" name="Graphic 34" descr="Checkbox Ticked with solid fill">
            <a:extLst>
              <a:ext uri="{FF2B5EF4-FFF2-40B4-BE49-F238E27FC236}">
                <a16:creationId xmlns:a16="http://schemas.microsoft.com/office/drawing/2014/main" id="{5FF3503E-6B4D-7F67-7B43-F39E9D51D3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56825" y="4576040"/>
            <a:ext cx="327818" cy="327818"/>
          </a:xfrm>
          <a:prstGeom prst="rect">
            <a:avLst/>
          </a:prstGeom>
        </p:spPr>
      </p:pic>
      <p:pic>
        <p:nvPicPr>
          <p:cNvPr id="36" name="Graphic 35" descr="Checkbox Ticked with solid fill">
            <a:extLst>
              <a:ext uri="{FF2B5EF4-FFF2-40B4-BE49-F238E27FC236}">
                <a16:creationId xmlns:a16="http://schemas.microsoft.com/office/drawing/2014/main" id="{4BFB361D-A1AB-7D80-BBE0-4375CE02F9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856825" y="5221499"/>
            <a:ext cx="327818" cy="327818"/>
          </a:xfrm>
          <a:prstGeom prst="rect">
            <a:avLst/>
          </a:prstGeom>
        </p:spPr>
      </p:pic>
      <p:sp>
        <p:nvSpPr>
          <p:cNvPr id="11" name="Title 1">
            <a:extLst>
              <a:ext uri="{FF2B5EF4-FFF2-40B4-BE49-F238E27FC236}">
                <a16:creationId xmlns:a16="http://schemas.microsoft.com/office/drawing/2014/main" id="{FE5FF388-9C4E-CEB9-4906-84DF782B07DB}"/>
              </a:ext>
            </a:extLst>
          </p:cNvPr>
          <p:cNvSpPr txBox="1">
            <a:spLocks/>
          </p:cNvSpPr>
          <p:nvPr/>
        </p:nvSpPr>
        <p:spPr>
          <a:xfrm>
            <a:off x="509937" y="1170098"/>
            <a:ext cx="6195663" cy="775597"/>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pPr algn="l"/>
            <a:r>
              <a:rPr lang="en-PL" sz="4800">
                <a:solidFill>
                  <a:srgbClr val="1E2A3E"/>
                </a:solidFill>
              </a:rPr>
              <a:t>Presentation Deck</a:t>
            </a:r>
          </a:p>
        </p:txBody>
      </p:sp>
      <p:sp>
        <p:nvSpPr>
          <p:cNvPr id="25" name="Subtitle 2">
            <a:extLst>
              <a:ext uri="{FF2B5EF4-FFF2-40B4-BE49-F238E27FC236}">
                <a16:creationId xmlns:a16="http://schemas.microsoft.com/office/drawing/2014/main" id="{3F939FBB-2C3C-6FB3-810F-760B4BA500D6}"/>
              </a:ext>
            </a:extLst>
          </p:cNvPr>
          <p:cNvSpPr txBox="1">
            <a:spLocks/>
          </p:cNvSpPr>
          <p:nvPr/>
        </p:nvSpPr>
        <p:spPr>
          <a:xfrm>
            <a:off x="520098" y="2620832"/>
            <a:ext cx="2456784" cy="280076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 Ppat nisl lacus. Lectus nibh blandit sit pulvinar feugiat. Nisi dignissim in in dui. </a:t>
            </a:r>
            <a:endParaRPr lang="en-PL" sz="16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6" name="Subtitle 2">
            <a:extLst>
              <a:ext uri="{FF2B5EF4-FFF2-40B4-BE49-F238E27FC236}">
                <a16:creationId xmlns:a16="http://schemas.microsoft.com/office/drawing/2014/main" id="{620F5A0C-8775-70CD-1303-D097E76732FD}"/>
              </a:ext>
            </a:extLst>
          </p:cNvPr>
          <p:cNvSpPr txBox="1">
            <a:spLocks/>
          </p:cNvSpPr>
          <p:nvPr/>
        </p:nvSpPr>
        <p:spPr>
          <a:xfrm>
            <a:off x="509937" y="2239983"/>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a:solidFill>
                  <a:srgbClr val="1E2A3E"/>
                </a:solidFill>
                <a:latin typeface="Poppins" pitchFamily="2" charset="77"/>
                <a:cs typeface="Poppins" pitchFamily="2" charset="77"/>
              </a:rPr>
              <a:t>Product Description</a:t>
            </a:r>
          </a:p>
        </p:txBody>
      </p:sp>
      <p:sp>
        <p:nvSpPr>
          <p:cNvPr id="27" name="Rounded Rectangle 26">
            <a:extLst>
              <a:ext uri="{FF2B5EF4-FFF2-40B4-BE49-F238E27FC236}">
                <a16:creationId xmlns:a16="http://schemas.microsoft.com/office/drawing/2014/main" id="{713894C8-5EB6-743F-5232-79DD29CD5218}"/>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28" name="Graphic 27">
            <a:extLst>
              <a:ext uri="{FF2B5EF4-FFF2-40B4-BE49-F238E27FC236}">
                <a16:creationId xmlns:a16="http://schemas.microsoft.com/office/drawing/2014/main" id="{46A8364B-AE46-C7FA-032D-1383C5C886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939" y="156501"/>
            <a:ext cx="1811085" cy="887959"/>
          </a:xfrm>
          <a:prstGeom prst="rect">
            <a:avLst/>
          </a:prstGeom>
        </p:spPr>
      </p:pic>
      <p:sp>
        <p:nvSpPr>
          <p:cNvPr id="29" name="TextBox 28">
            <a:extLst>
              <a:ext uri="{FF2B5EF4-FFF2-40B4-BE49-F238E27FC236}">
                <a16:creationId xmlns:a16="http://schemas.microsoft.com/office/drawing/2014/main" id="{CE37556B-58BC-AA93-8346-DE06D635416E}"/>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3" name="TextBox 2">
            <a:extLst>
              <a:ext uri="{FF2B5EF4-FFF2-40B4-BE49-F238E27FC236}">
                <a16:creationId xmlns:a16="http://schemas.microsoft.com/office/drawing/2014/main" id="{F3FBC185-DAB1-E2F0-FAC6-7425E8B64231}"/>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2073353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5760F-F71B-0200-6651-E86981C73266}"/>
            </a:ext>
          </a:extLst>
        </p:cNvPr>
        <p:cNvGrpSpPr/>
        <p:nvPr/>
      </p:nvGrpSpPr>
      <p:grpSpPr>
        <a:xfrm>
          <a:off x="0" y="0"/>
          <a:ext cx="0" cy="0"/>
          <a:chOff x="0" y="0"/>
          <a:chExt cx="0" cy="0"/>
        </a:xfrm>
      </p:grpSpPr>
      <p:sp>
        <p:nvSpPr>
          <p:cNvPr id="10" name="Subtitle 2">
            <a:extLst>
              <a:ext uri="{FF2B5EF4-FFF2-40B4-BE49-F238E27FC236}">
                <a16:creationId xmlns:a16="http://schemas.microsoft.com/office/drawing/2014/main" id="{4822EFA0-BCFD-99A9-E0EB-F03F7E89EA55}"/>
              </a:ext>
            </a:extLst>
          </p:cNvPr>
          <p:cNvSpPr txBox="1">
            <a:spLocks/>
          </p:cNvSpPr>
          <p:nvPr/>
        </p:nvSpPr>
        <p:spPr>
          <a:xfrm>
            <a:off x="520098" y="2620832"/>
            <a:ext cx="2456784" cy="280076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600" dirty="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 Ppat nisl lacus. Lectus nibh blandit sit pulvinar feugiat. Nisi dignissim in in dui. </a:t>
            </a:r>
            <a:endParaRPr lang="en-PL" sz="1600" dirty="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Subtitle 2">
            <a:extLst>
              <a:ext uri="{FF2B5EF4-FFF2-40B4-BE49-F238E27FC236}">
                <a16:creationId xmlns:a16="http://schemas.microsoft.com/office/drawing/2014/main" id="{493AB5AF-855F-79BA-6E7A-AE732322F60B}"/>
              </a:ext>
            </a:extLst>
          </p:cNvPr>
          <p:cNvSpPr txBox="1">
            <a:spLocks/>
          </p:cNvSpPr>
          <p:nvPr/>
        </p:nvSpPr>
        <p:spPr>
          <a:xfrm>
            <a:off x="509937" y="2239983"/>
            <a:ext cx="2456783"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800" dirty="0">
                <a:solidFill>
                  <a:srgbClr val="1E2A3E"/>
                </a:solidFill>
                <a:latin typeface="Poppins" pitchFamily="2" charset="77"/>
                <a:cs typeface="Poppins" pitchFamily="2" charset="77"/>
              </a:rPr>
              <a:t>Product Description</a:t>
            </a:r>
          </a:p>
        </p:txBody>
      </p:sp>
      <p:sp>
        <p:nvSpPr>
          <p:cNvPr id="21" name="Rounded Rectangle 20">
            <a:extLst>
              <a:ext uri="{FF2B5EF4-FFF2-40B4-BE49-F238E27FC236}">
                <a16:creationId xmlns:a16="http://schemas.microsoft.com/office/drawing/2014/main" id="{AA1017BE-CC26-0591-A189-F7685B1C9D37}"/>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sp>
        <p:nvSpPr>
          <p:cNvPr id="5" name="TextBox 4">
            <a:extLst>
              <a:ext uri="{FF2B5EF4-FFF2-40B4-BE49-F238E27FC236}">
                <a16:creationId xmlns:a16="http://schemas.microsoft.com/office/drawing/2014/main" id="{6CCB8ACE-E352-5E91-23FF-E5EAD52D5719}"/>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6" name="Straight Connector 5">
            <a:extLst>
              <a:ext uri="{FF2B5EF4-FFF2-40B4-BE49-F238E27FC236}">
                <a16:creationId xmlns:a16="http://schemas.microsoft.com/office/drawing/2014/main" id="{39C01175-42E7-F1AA-47A6-5F63CFFF1970}"/>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graphicFrame>
        <p:nvGraphicFramePr>
          <p:cNvPr id="9" name="Table 8">
            <a:extLst>
              <a:ext uri="{FF2B5EF4-FFF2-40B4-BE49-F238E27FC236}">
                <a16:creationId xmlns:a16="http://schemas.microsoft.com/office/drawing/2014/main" id="{BF0579FC-DCB1-9163-249B-141DBC44F2BA}"/>
              </a:ext>
            </a:extLst>
          </p:cNvPr>
          <p:cNvGraphicFramePr>
            <a:graphicFrameLocks noGrp="1"/>
          </p:cNvGraphicFramePr>
          <p:nvPr>
            <p:extLst>
              <p:ext uri="{D42A27DB-BD31-4B8C-83A1-F6EECF244321}">
                <p14:modId xmlns:p14="http://schemas.microsoft.com/office/powerpoint/2010/main" val="1424467102"/>
              </p:ext>
            </p:extLst>
          </p:nvPr>
        </p:nvGraphicFramePr>
        <p:xfrm>
          <a:off x="3375550" y="2253607"/>
          <a:ext cx="8306513" cy="3434295"/>
        </p:xfrm>
        <a:graphic>
          <a:graphicData uri="http://schemas.openxmlformats.org/drawingml/2006/table">
            <a:tbl>
              <a:tblPr firstRow="1" bandRow="1">
                <a:tableStyleId>{9D7B26C5-4107-4FEC-AEDC-1716B250A1EF}</a:tableStyleId>
              </a:tblPr>
              <a:tblGrid>
                <a:gridCol w="2511525">
                  <a:extLst>
                    <a:ext uri="{9D8B030D-6E8A-4147-A177-3AD203B41FA5}">
                      <a16:colId xmlns:a16="http://schemas.microsoft.com/office/drawing/2014/main" val="976818175"/>
                    </a:ext>
                  </a:extLst>
                </a:gridCol>
                <a:gridCol w="2983515">
                  <a:extLst>
                    <a:ext uri="{9D8B030D-6E8A-4147-A177-3AD203B41FA5}">
                      <a16:colId xmlns:a16="http://schemas.microsoft.com/office/drawing/2014/main" val="1242870409"/>
                    </a:ext>
                  </a:extLst>
                </a:gridCol>
                <a:gridCol w="2811473">
                  <a:extLst>
                    <a:ext uri="{9D8B030D-6E8A-4147-A177-3AD203B41FA5}">
                      <a16:colId xmlns:a16="http://schemas.microsoft.com/office/drawing/2014/main" val="4189782902"/>
                    </a:ext>
                  </a:extLst>
                </a:gridCol>
              </a:tblGrid>
              <a:tr h="859679">
                <a:tc>
                  <a:txBody>
                    <a:bodyPr/>
                    <a:lstStyle/>
                    <a:p>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PL" sz="1400" b="0" i="0">
                          <a:ln>
                            <a:noFill/>
                          </a:ln>
                          <a:latin typeface="Poppins Medium" pitchFamily="2" charset="77"/>
                          <a:ea typeface="Inter" panose="02000503000000020004" pitchFamily="2" charset="0"/>
                          <a:cs typeface="Poppins Medium" pitchFamily="2" charset="77"/>
                        </a:rPr>
                        <a:t>TRIAL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PL" sz="1400" b="0" i="0">
                          <a:ln>
                            <a:noFill/>
                          </a:ln>
                          <a:latin typeface="Poppins Medium" pitchFamily="2" charset="77"/>
                          <a:ea typeface="Inter" panose="02000503000000020004" pitchFamily="2" charset="0"/>
                          <a:cs typeface="Poppins Medium" pitchFamily="2" charset="77"/>
                        </a:rPr>
                        <a:t>PAID LICENSE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58566024"/>
                  </a:ext>
                </a:extLst>
              </a:tr>
              <a:tr h="672369">
                <a:tc>
                  <a:txBody>
                    <a:bodyPr/>
                    <a:lstStyle/>
                    <a:p>
                      <a:r>
                        <a:rPr lang="en-PL" sz="1400" b="0" i="0">
                          <a:ln>
                            <a:noFill/>
                          </a:ln>
                          <a:latin typeface="Inter" panose="02000503000000020004" pitchFamily="2" charset="0"/>
                          <a:ea typeface="Inter" panose="02000503000000020004" pitchFamily="2" charset="0"/>
                          <a:cs typeface="Poppins" pitchFamily="2" charset="77"/>
                        </a:rPr>
                        <a:t>DPX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Nam eget nisl lacus.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Nisi dignissim in in dui.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0169215"/>
                  </a:ext>
                </a:extLst>
              </a:tr>
              <a:tr h="615098">
                <a:tc>
                  <a:txBody>
                    <a:bodyPr/>
                    <a:lstStyle/>
                    <a:p>
                      <a:r>
                        <a:rPr lang="en-PL" sz="1400" b="0" i="0">
                          <a:ln>
                            <a:noFill/>
                          </a:ln>
                          <a:latin typeface="Inter" panose="02000503000000020004" pitchFamily="2" charset="0"/>
                          <a:ea typeface="Inter" panose="02000503000000020004" pitchFamily="2" charset="0"/>
                          <a:cs typeface="Poppins" pitchFamily="2" charset="77"/>
                        </a:rPr>
                        <a:t>vStor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Nam eget volutpat nisl lacus.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Nisi dignissim in in dui.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370864"/>
                  </a:ext>
                </a:extLst>
              </a:tr>
              <a:tr h="672051">
                <a:tc>
                  <a:txBody>
                    <a:bodyPr/>
                    <a:lstStyle/>
                    <a:p>
                      <a:r>
                        <a:rPr lang="en-PL" sz="1400" b="0" i="0">
                          <a:ln>
                            <a:noFill/>
                          </a:ln>
                          <a:latin typeface="Inter" panose="02000503000000020004" pitchFamily="2" charset="0"/>
                          <a:ea typeface="Inter" panose="02000503000000020004" pitchFamily="2" charset="0"/>
                          <a:cs typeface="Poppins" pitchFamily="2" charset="77"/>
                        </a:rPr>
                        <a:t>GuardMode Protection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Nam eget mauris nisl lacus.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Nisi dignissim in in dui.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8340518"/>
                  </a:ext>
                </a:extLst>
              </a:tr>
              <a:tr h="615098">
                <a:tc>
                  <a:txBody>
                    <a:bodyPr/>
                    <a:lstStyle/>
                    <a:p>
                      <a:r>
                        <a:rPr lang="en-PL" sz="1400" b="0" i="0">
                          <a:ln>
                            <a:noFill/>
                          </a:ln>
                          <a:latin typeface="Inter" panose="02000503000000020004" pitchFamily="2" charset="0"/>
                          <a:ea typeface="Inter" panose="02000503000000020004" pitchFamily="2" charset="0"/>
                          <a:cs typeface="Poppins" pitchFamily="2" charset="77"/>
                        </a:rPr>
                        <a:t>Additional Socets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Volutpat nisl lacus.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PL" sz="1400">
                          <a:solidFill>
                            <a:schemeClr val="tx1">
                              <a:lumMod val="75000"/>
                              <a:lumOff val="25000"/>
                            </a:schemeClr>
                          </a:solidFill>
                          <a:latin typeface="Inter Light" panose="02000503000000020004" pitchFamily="2" charset="0"/>
                          <a:ea typeface="Inter Light" panose="02000503000000020004" pitchFamily="2" charset="0"/>
                        </a:rPr>
                        <a:t>Nisi dignissim in in dui. </a:t>
                      </a:r>
                      <a:endParaRPr lang="en-PL" sz="1400" b="0" i="0">
                        <a:ln>
                          <a:noFill/>
                        </a:ln>
                        <a:latin typeface="Inter" panose="02000503000000020004" pitchFamily="2" charset="0"/>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2377478"/>
                  </a:ext>
                </a:extLst>
              </a:tr>
            </a:tbl>
          </a:graphicData>
        </a:graphic>
      </p:graphicFrame>
      <p:sp>
        <p:nvSpPr>
          <p:cNvPr id="14" name="Title 1">
            <a:extLst>
              <a:ext uri="{FF2B5EF4-FFF2-40B4-BE49-F238E27FC236}">
                <a16:creationId xmlns:a16="http://schemas.microsoft.com/office/drawing/2014/main" id="{1FF1E18C-8982-846E-97A8-B03CFBFCD909}"/>
              </a:ext>
            </a:extLst>
          </p:cNvPr>
          <p:cNvSpPr txBox="1">
            <a:spLocks/>
          </p:cNvSpPr>
          <p:nvPr/>
        </p:nvSpPr>
        <p:spPr>
          <a:xfrm>
            <a:off x="509937" y="1170098"/>
            <a:ext cx="6195663" cy="775597"/>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Poppins" pitchFamily="2" charset="77"/>
                <a:ea typeface="+mj-ea"/>
                <a:cs typeface="Poppins" pitchFamily="2" charset="77"/>
              </a:defRPr>
            </a:lvl1pPr>
          </a:lstStyle>
          <a:p>
            <a:pPr algn="l"/>
            <a:r>
              <a:rPr lang="en-PL" sz="4800">
                <a:solidFill>
                  <a:srgbClr val="1E2A3E"/>
                </a:solidFill>
              </a:rPr>
              <a:t>Presentation Deck</a:t>
            </a:r>
          </a:p>
        </p:txBody>
      </p:sp>
      <p:sp>
        <p:nvSpPr>
          <p:cNvPr id="15" name="Rounded Rectangle 14">
            <a:extLst>
              <a:ext uri="{FF2B5EF4-FFF2-40B4-BE49-F238E27FC236}">
                <a16:creationId xmlns:a16="http://schemas.microsoft.com/office/drawing/2014/main" id="{06A7B9E3-A1E4-F44F-2616-54E38D3AD119}"/>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6" name="Graphic 15">
            <a:extLst>
              <a:ext uri="{FF2B5EF4-FFF2-40B4-BE49-F238E27FC236}">
                <a16:creationId xmlns:a16="http://schemas.microsoft.com/office/drawing/2014/main" id="{EC0E5367-11FD-7446-ED98-5F4910D29A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939" y="156501"/>
            <a:ext cx="1811085" cy="887959"/>
          </a:xfrm>
          <a:prstGeom prst="rect">
            <a:avLst/>
          </a:prstGeom>
        </p:spPr>
      </p:pic>
      <p:sp>
        <p:nvSpPr>
          <p:cNvPr id="17" name="TextBox 16">
            <a:extLst>
              <a:ext uri="{FF2B5EF4-FFF2-40B4-BE49-F238E27FC236}">
                <a16:creationId xmlns:a16="http://schemas.microsoft.com/office/drawing/2014/main" id="{56416AAC-948F-C79E-0575-55A83DCF7E69}"/>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3" name="TextBox 2">
            <a:extLst>
              <a:ext uri="{FF2B5EF4-FFF2-40B4-BE49-F238E27FC236}">
                <a16:creationId xmlns:a16="http://schemas.microsoft.com/office/drawing/2014/main" id="{CE0267FD-CA75-3702-9E1B-AA8F9AE017DC}"/>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2793360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F6CF8-7960-A0DE-8411-87047030B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42F55-C138-EDF0-480A-40DA21750745}"/>
              </a:ext>
            </a:extLst>
          </p:cNvPr>
          <p:cNvSpPr>
            <a:spLocks noGrp="1"/>
          </p:cNvSpPr>
          <p:nvPr>
            <p:ph type="ctrTitle"/>
          </p:nvPr>
        </p:nvSpPr>
        <p:spPr>
          <a:xfrm>
            <a:off x="235617" y="5155750"/>
            <a:ext cx="7402671" cy="946413"/>
          </a:xfrm>
        </p:spPr>
        <p:txBody>
          <a:bodyPr wrap="square">
            <a:spAutoFit/>
          </a:bodyPr>
          <a:lstStyle/>
          <a:p>
            <a:r>
              <a:rPr lang="en-PL">
                <a:solidFill>
                  <a:srgbClr val="1E2A3E"/>
                </a:solidFill>
                <a:latin typeface="Poppins" pitchFamily="2" charset="77"/>
                <a:cs typeface="Poppins" pitchFamily="2" charset="77"/>
              </a:rPr>
              <a:t>Presentation Deck</a:t>
            </a:r>
          </a:p>
        </p:txBody>
      </p:sp>
      <p:sp>
        <p:nvSpPr>
          <p:cNvPr id="20" name="Subtitle 2">
            <a:extLst>
              <a:ext uri="{FF2B5EF4-FFF2-40B4-BE49-F238E27FC236}">
                <a16:creationId xmlns:a16="http://schemas.microsoft.com/office/drawing/2014/main" id="{91FF5F92-91EC-8215-585B-C66E21906AE5}"/>
              </a:ext>
            </a:extLst>
          </p:cNvPr>
          <p:cNvSpPr txBox="1">
            <a:spLocks/>
          </p:cNvSpPr>
          <p:nvPr/>
        </p:nvSpPr>
        <p:spPr>
          <a:xfrm>
            <a:off x="510647" y="1970342"/>
            <a:ext cx="2445150"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 name="Subtitle 2">
            <a:extLst>
              <a:ext uri="{FF2B5EF4-FFF2-40B4-BE49-F238E27FC236}">
                <a16:creationId xmlns:a16="http://schemas.microsoft.com/office/drawing/2014/main" id="{B76B8B89-9C77-7F2A-2063-C6D00AAD1B54}"/>
              </a:ext>
            </a:extLst>
          </p:cNvPr>
          <p:cNvSpPr txBox="1">
            <a:spLocks/>
          </p:cNvSpPr>
          <p:nvPr/>
        </p:nvSpPr>
        <p:spPr>
          <a:xfrm>
            <a:off x="510647" y="1707193"/>
            <a:ext cx="760997"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rgbClr val="222328"/>
                </a:solidFill>
                <a:latin typeface="Poppins Medium" pitchFamily="2" charset="77"/>
                <a:ea typeface="Inter Light" panose="02000503000000020004" pitchFamily="2" charset="0"/>
                <a:cs typeface="Poppins Medium" pitchFamily="2" charset="77"/>
              </a:rPr>
              <a:t>BENEFIT</a:t>
            </a:r>
          </a:p>
        </p:txBody>
      </p:sp>
      <p:sp>
        <p:nvSpPr>
          <p:cNvPr id="7" name="Subtitle 2">
            <a:extLst>
              <a:ext uri="{FF2B5EF4-FFF2-40B4-BE49-F238E27FC236}">
                <a16:creationId xmlns:a16="http://schemas.microsoft.com/office/drawing/2014/main" id="{CA4B3443-EF93-151D-71C4-DD448F072C34}"/>
              </a:ext>
            </a:extLst>
          </p:cNvPr>
          <p:cNvSpPr txBox="1">
            <a:spLocks/>
          </p:cNvSpPr>
          <p:nvPr/>
        </p:nvSpPr>
        <p:spPr>
          <a:xfrm>
            <a:off x="4207186" y="1970342"/>
            <a:ext cx="2445150"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9" name="Subtitle 2">
            <a:extLst>
              <a:ext uri="{FF2B5EF4-FFF2-40B4-BE49-F238E27FC236}">
                <a16:creationId xmlns:a16="http://schemas.microsoft.com/office/drawing/2014/main" id="{03E79F7E-340D-C2C6-EC75-21AE63019BB3}"/>
              </a:ext>
            </a:extLst>
          </p:cNvPr>
          <p:cNvSpPr txBox="1">
            <a:spLocks/>
          </p:cNvSpPr>
          <p:nvPr/>
        </p:nvSpPr>
        <p:spPr>
          <a:xfrm>
            <a:off x="4207186" y="1707193"/>
            <a:ext cx="2216878"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rgbClr val="222328"/>
                </a:solidFill>
                <a:latin typeface="Poppins Medium" pitchFamily="2" charset="77"/>
                <a:ea typeface="Inter Light" panose="02000503000000020004" pitchFamily="2" charset="0"/>
                <a:cs typeface="Poppins Medium" pitchFamily="2" charset="77"/>
              </a:rPr>
              <a:t>BENEFIT</a:t>
            </a:r>
          </a:p>
        </p:txBody>
      </p:sp>
      <p:sp>
        <p:nvSpPr>
          <p:cNvPr id="11" name="Subtitle 2">
            <a:extLst>
              <a:ext uri="{FF2B5EF4-FFF2-40B4-BE49-F238E27FC236}">
                <a16:creationId xmlns:a16="http://schemas.microsoft.com/office/drawing/2014/main" id="{252F9B5F-27E4-526D-3CA1-196B21805026}"/>
              </a:ext>
            </a:extLst>
          </p:cNvPr>
          <p:cNvSpPr txBox="1">
            <a:spLocks/>
          </p:cNvSpPr>
          <p:nvPr/>
        </p:nvSpPr>
        <p:spPr>
          <a:xfrm>
            <a:off x="7903725" y="1970342"/>
            <a:ext cx="2445150"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3" name="Subtitle 2">
            <a:extLst>
              <a:ext uri="{FF2B5EF4-FFF2-40B4-BE49-F238E27FC236}">
                <a16:creationId xmlns:a16="http://schemas.microsoft.com/office/drawing/2014/main" id="{050041F8-B791-5B6C-FFD2-E1D18CEF45C9}"/>
              </a:ext>
            </a:extLst>
          </p:cNvPr>
          <p:cNvSpPr txBox="1">
            <a:spLocks/>
          </p:cNvSpPr>
          <p:nvPr/>
        </p:nvSpPr>
        <p:spPr>
          <a:xfrm>
            <a:off x="7903725" y="1707193"/>
            <a:ext cx="2216878"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rgbClr val="222328"/>
                </a:solidFill>
                <a:latin typeface="Poppins Medium" pitchFamily="2" charset="77"/>
                <a:ea typeface="Inter Light" panose="02000503000000020004" pitchFamily="2" charset="0"/>
                <a:cs typeface="Poppins Medium" pitchFamily="2" charset="77"/>
              </a:rPr>
              <a:t>BENEFIT</a:t>
            </a:r>
          </a:p>
        </p:txBody>
      </p:sp>
      <p:sp>
        <p:nvSpPr>
          <p:cNvPr id="14" name="Subtitle 2">
            <a:extLst>
              <a:ext uri="{FF2B5EF4-FFF2-40B4-BE49-F238E27FC236}">
                <a16:creationId xmlns:a16="http://schemas.microsoft.com/office/drawing/2014/main" id="{48F30DB4-4818-5770-CCA2-1E68D9D93FF2}"/>
              </a:ext>
            </a:extLst>
          </p:cNvPr>
          <p:cNvSpPr txBox="1">
            <a:spLocks/>
          </p:cNvSpPr>
          <p:nvPr/>
        </p:nvSpPr>
        <p:spPr>
          <a:xfrm>
            <a:off x="510647" y="3656902"/>
            <a:ext cx="2445150"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7" name="Subtitle 2">
            <a:extLst>
              <a:ext uri="{FF2B5EF4-FFF2-40B4-BE49-F238E27FC236}">
                <a16:creationId xmlns:a16="http://schemas.microsoft.com/office/drawing/2014/main" id="{58685B55-9EF2-3B32-BB4C-8EABEC06E3A3}"/>
              </a:ext>
            </a:extLst>
          </p:cNvPr>
          <p:cNvSpPr txBox="1">
            <a:spLocks/>
          </p:cNvSpPr>
          <p:nvPr/>
        </p:nvSpPr>
        <p:spPr>
          <a:xfrm>
            <a:off x="510647" y="3393753"/>
            <a:ext cx="2216878"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rgbClr val="222328"/>
                </a:solidFill>
                <a:latin typeface="Poppins Medium" pitchFamily="2" charset="77"/>
                <a:ea typeface="Inter Light" panose="02000503000000020004" pitchFamily="2" charset="0"/>
                <a:cs typeface="Poppins Medium" pitchFamily="2" charset="77"/>
              </a:rPr>
              <a:t>BENEFIT</a:t>
            </a:r>
          </a:p>
        </p:txBody>
      </p:sp>
      <p:sp>
        <p:nvSpPr>
          <p:cNvPr id="18" name="Subtitle 2">
            <a:extLst>
              <a:ext uri="{FF2B5EF4-FFF2-40B4-BE49-F238E27FC236}">
                <a16:creationId xmlns:a16="http://schemas.microsoft.com/office/drawing/2014/main" id="{EE873B8D-EA70-45AB-4AF2-70000AA9A432}"/>
              </a:ext>
            </a:extLst>
          </p:cNvPr>
          <p:cNvSpPr txBox="1">
            <a:spLocks/>
          </p:cNvSpPr>
          <p:nvPr/>
        </p:nvSpPr>
        <p:spPr>
          <a:xfrm>
            <a:off x="4207186" y="3656902"/>
            <a:ext cx="2445150"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4" name="Subtitle 2">
            <a:extLst>
              <a:ext uri="{FF2B5EF4-FFF2-40B4-BE49-F238E27FC236}">
                <a16:creationId xmlns:a16="http://schemas.microsoft.com/office/drawing/2014/main" id="{7370DD20-BC7B-EEF1-5FCB-89E039B12336}"/>
              </a:ext>
            </a:extLst>
          </p:cNvPr>
          <p:cNvSpPr txBox="1">
            <a:spLocks/>
          </p:cNvSpPr>
          <p:nvPr/>
        </p:nvSpPr>
        <p:spPr>
          <a:xfrm>
            <a:off x="4207186" y="3393753"/>
            <a:ext cx="2216878"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rgbClr val="222328"/>
                </a:solidFill>
                <a:latin typeface="Poppins Medium" pitchFamily="2" charset="77"/>
                <a:ea typeface="Inter Light" panose="02000503000000020004" pitchFamily="2" charset="0"/>
                <a:cs typeface="Poppins Medium" pitchFamily="2" charset="77"/>
              </a:rPr>
              <a:t>BENEFIT</a:t>
            </a:r>
          </a:p>
        </p:txBody>
      </p:sp>
      <p:sp>
        <p:nvSpPr>
          <p:cNvPr id="25" name="Subtitle 2">
            <a:extLst>
              <a:ext uri="{FF2B5EF4-FFF2-40B4-BE49-F238E27FC236}">
                <a16:creationId xmlns:a16="http://schemas.microsoft.com/office/drawing/2014/main" id="{C3410514-8A14-9208-5432-094070CF279E}"/>
              </a:ext>
            </a:extLst>
          </p:cNvPr>
          <p:cNvSpPr txBox="1">
            <a:spLocks/>
          </p:cNvSpPr>
          <p:nvPr/>
        </p:nvSpPr>
        <p:spPr>
          <a:xfrm>
            <a:off x="7903725" y="3656902"/>
            <a:ext cx="2445150" cy="92333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 Nam eget mauris volutpat nisl lacus. Lectus nibh blandit sit pulvinar feugiat. Nisi dignissim in in dui.</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6" name="Subtitle 2">
            <a:extLst>
              <a:ext uri="{FF2B5EF4-FFF2-40B4-BE49-F238E27FC236}">
                <a16:creationId xmlns:a16="http://schemas.microsoft.com/office/drawing/2014/main" id="{3C4940B8-B73C-6A03-E4BF-C0D61CBEA37F}"/>
              </a:ext>
            </a:extLst>
          </p:cNvPr>
          <p:cNvSpPr txBox="1">
            <a:spLocks/>
          </p:cNvSpPr>
          <p:nvPr/>
        </p:nvSpPr>
        <p:spPr>
          <a:xfrm>
            <a:off x="7903725" y="3393753"/>
            <a:ext cx="2216878"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rgbClr val="222328"/>
                </a:solidFill>
                <a:latin typeface="Poppins Medium" pitchFamily="2" charset="77"/>
                <a:ea typeface="Inter Light" panose="02000503000000020004" pitchFamily="2" charset="0"/>
                <a:cs typeface="Poppins Medium" pitchFamily="2" charset="77"/>
              </a:rPr>
              <a:t>BENEFIT</a:t>
            </a:r>
          </a:p>
        </p:txBody>
      </p:sp>
      <p:sp>
        <p:nvSpPr>
          <p:cNvPr id="28" name="Rounded Rectangle 27">
            <a:extLst>
              <a:ext uri="{FF2B5EF4-FFF2-40B4-BE49-F238E27FC236}">
                <a16:creationId xmlns:a16="http://schemas.microsoft.com/office/drawing/2014/main" id="{1B95BC6F-1343-8BA5-11E6-8B7F7AD2AF39}"/>
              </a:ext>
            </a:extLst>
          </p:cNvPr>
          <p:cNvSpPr/>
          <p:nvPr/>
        </p:nvSpPr>
        <p:spPr>
          <a:xfrm>
            <a:off x="8316369" y="338983"/>
            <a:ext cx="2479686"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solidFill>
                  <a:srgbClr val="222328"/>
                </a:solidFill>
                <a:latin typeface="Inter Light" panose="02000503000000020004" pitchFamily="2" charset="0"/>
                <a:ea typeface="Inter Light" panose="02000503000000020004" pitchFamily="2" charset="0"/>
              </a:rPr>
              <a:t>PRODUCT OVERVIEW</a:t>
            </a:r>
          </a:p>
        </p:txBody>
      </p:sp>
      <p:pic>
        <p:nvPicPr>
          <p:cNvPr id="31" name="Graphic 30">
            <a:extLst>
              <a:ext uri="{FF2B5EF4-FFF2-40B4-BE49-F238E27FC236}">
                <a16:creationId xmlns:a16="http://schemas.microsoft.com/office/drawing/2014/main" id="{85FBFE51-E40E-17F3-122B-3B11A97CA4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99087" y="3354555"/>
            <a:ext cx="228600" cy="228600"/>
          </a:xfrm>
          <a:prstGeom prst="rect">
            <a:avLst/>
          </a:prstGeom>
        </p:spPr>
      </p:pic>
      <p:pic>
        <p:nvPicPr>
          <p:cNvPr id="32" name="Graphic 31">
            <a:extLst>
              <a:ext uri="{FF2B5EF4-FFF2-40B4-BE49-F238E27FC236}">
                <a16:creationId xmlns:a16="http://schemas.microsoft.com/office/drawing/2014/main" id="{1C3EFB48-CC17-B26F-7400-217AA08761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96515" y="1707193"/>
            <a:ext cx="228600" cy="228600"/>
          </a:xfrm>
          <a:prstGeom prst="rect">
            <a:avLst/>
          </a:prstGeom>
        </p:spPr>
      </p:pic>
      <p:pic>
        <p:nvPicPr>
          <p:cNvPr id="33" name="Graphic 32">
            <a:extLst>
              <a:ext uri="{FF2B5EF4-FFF2-40B4-BE49-F238E27FC236}">
                <a16:creationId xmlns:a16="http://schemas.microsoft.com/office/drawing/2014/main" id="{433E51EC-A8BC-6F84-C9A6-6E92691558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30910" y="1707193"/>
            <a:ext cx="228600" cy="228600"/>
          </a:xfrm>
          <a:prstGeom prst="rect">
            <a:avLst/>
          </a:prstGeom>
        </p:spPr>
      </p:pic>
      <p:pic>
        <p:nvPicPr>
          <p:cNvPr id="34" name="Graphic 33">
            <a:extLst>
              <a:ext uri="{FF2B5EF4-FFF2-40B4-BE49-F238E27FC236}">
                <a16:creationId xmlns:a16="http://schemas.microsoft.com/office/drawing/2014/main" id="{0D44AA56-1F75-B8D6-B680-42FFE0C042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30910" y="3369735"/>
            <a:ext cx="228600" cy="228600"/>
          </a:xfrm>
          <a:prstGeom prst="rect">
            <a:avLst/>
          </a:prstGeom>
        </p:spPr>
      </p:pic>
      <p:pic>
        <p:nvPicPr>
          <p:cNvPr id="35" name="Graphic 34">
            <a:extLst>
              <a:ext uri="{FF2B5EF4-FFF2-40B4-BE49-F238E27FC236}">
                <a16:creationId xmlns:a16="http://schemas.microsoft.com/office/drawing/2014/main" id="{DEDFF661-423A-44DF-F3D9-C619453A49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91839" y="1724467"/>
            <a:ext cx="228600" cy="228600"/>
          </a:xfrm>
          <a:prstGeom prst="rect">
            <a:avLst/>
          </a:prstGeom>
        </p:spPr>
      </p:pic>
      <p:pic>
        <p:nvPicPr>
          <p:cNvPr id="36" name="Graphic 35">
            <a:extLst>
              <a:ext uri="{FF2B5EF4-FFF2-40B4-BE49-F238E27FC236}">
                <a16:creationId xmlns:a16="http://schemas.microsoft.com/office/drawing/2014/main" id="{38C9E0CF-D4B9-1E93-00DF-32C40BB7F87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91839" y="3368720"/>
            <a:ext cx="228600" cy="228600"/>
          </a:xfrm>
          <a:prstGeom prst="rect">
            <a:avLst/>
          </a:prstGeom>
        </p:spPr>
      </p:pic>
      <p:sp>
        <p:nvSpPr>
          <p:cNvPr id="6" name="TextBox 5">
            <a:extLst>
              <a:ext uri="{FF2B5EF4-FFF2-40B4-BE49-F238E27FC236}">
                <a16:creationId xmlns:a16="http://schemas.microsoft.com/office/drawing/2014/main" id="{67E9F2A9-BFD7-26A6-B2AF-0DF44D18E1C3}"/>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cxnSp>
        <p:nvCxnSpPr>
          <p:cNvPr id="12" name="Straight Connector 11">
            <a:extLst>
              <a:ext uri="{FF2B5EF4-FFF2-40B4-BE49-F238E27FC236}">
                <a16:creationId xmlns:a16="http://schemas.microsoft.com/office/drawing/2014/main" id="{373E1916-0840-0B1B-8E56-EB6019F76A77}"/>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8" name="Rounded Rectangle 7">
            <a:extLst>
              <a:ext uri="{FF2B5EF4-FFF2-40B4-BE49-F238E27FC236}">
                <a16:creationId xmlns:a16="http://schemas.microsoft.com/office/drawing/2014/main" id="{24E538FE-9C2C-55FA-4AF2-1C2DAA2E8826}"/>
              </a:ext>
            </a:extLst>
          </p:cNvPr>
          <p:cNvSpPr/>
          <p:nvPr/>
        </p:nvSpPr>
        <p:spPr>
          <a:xfrm>
            <a:off x="10928134" y="338983"/>
            <a:ext cx="914400"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L" sz="1600">
                <a:latin typeface="Inter Light" panose="02000503000000020004" pitchFamily="2" charset="0"/>
                <a:ea typeface="Inter Light" panose="02000503000000020004" pitchFamily="2" charset="0"/>
              </a:rPr>
              <a:t>2026</a:t>
            </a:r>
          </a:p>
        </p:txBody>
      </p:sp>
      <p:pic>
        <p:nvPicPr>
          <p:cNvPr id="15" name="Graphic 14">
            <a:extLst>
              <a:ext uri="{FF2B5EF4-FFF2-40B4-BE49-F238E27FC236}">
                <a16:creationId xmlns:a16="http://schemas.microsoft.com/office/drawing/2014/main" id="{767E7D51-1272-6032-D67C-768F2BE8D6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0939" y="156501"/>
            <a:ext cx="1811085" cy="887959"/>
          </a:xfrm>
          <a:prstGeom prst="rect">
            <a:avLst/>
          </a:prstGeom>
        </p:spPr>
      </p:pic>
      <p:sp>
        <p:nvSpPr>
          <p:cNvPr id="16" name="TextBox 15">
            <a:extLst>
              <a:ext uri="{FF2B5EF4-FFF2-40B4-BE49-F238E27FC236}">
                <a16:creationId xmlns:a16="http://schemas.microsoft.com/office/drawing/2014/main" id="{12728D06-5A3D-969C-1C4A-4057BF9D28D8}"/>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5" name="TextBox 4">
            <a:extLst>
              <a:ext uri="{FF2B5EF4-FFF2-40B4-BE49-F238E27FC236}">
                <a16:creationId xmlns:a16="http://schemas.microsoft.com/office/drawing/2014/main" id="{9F0ACF7A-5C1D-862E-2574-C0065919AF08}"/>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spTree>
    <p:extLst>
      <p:ext uri="{BB962C8B-B14F-4D97-AF65-F5344CB8AC3E}">
        <p14:creationId xmlns:p14="http://schemas.microsoft.com/office/powerpoint/2010/main" val="557500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65DC-C2EA-B33E-D218-C7D6AE444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DAB6B-A489-A9E9-F704-261F8A6B75A0}"/>
              </a:ext>
            </a:extLst>
          </p:cNvPr>
          <p:cNvSpPr>
            <a:spLocks noGrp="1"/>
          </p:cNvSpPr>
          <p:nvPr>
            <p:ph type="ctrTitle"/>
          </p:nvPr>
        </p:nvSpPr>
        <p:spPr>
          <a:xfrm>
            <a:off x="589577" y="1700489"/>
            <a:ext cx="9144000" cy="946413"/>
          </a:xfrm>
        </p:spPr>
        <p:txBody>
          <a:bodyPr>
            <a:spAutoFit/>
          </a:bodyPr>
          <a:lstStyle/>
          <a:p>
            <a:pPr algn="l"/>
            <a:r>
              <a:rPr lang="en-PL" dirty="0">
                <a:solidFill>
                  <a:srgbClr val="D62293"/>
                </a:solidFill>
              </a:rPr>
              <a:t>Thank you</a:t>
            </a:r>
          </a:p>
        </p:txBody>
      </p:sp>
      <p:sp>
        <p:nvSpPr>
          <p:cNvPr id="3" name="TextBox 2">
            <a:extLst>
              <a:ext uri="{FF2B5EF4-FFF2-40B4-BE49-F238E27FC236}">
                <a16:creationId xmlns:a16="http://schemas.microsoft.com/office/drawing/2014/main" id="{EDDEF364-C7A1-DF81-C073-15F4E28A4709}"/>
              </a:ext>
            </a:extLst>
          </p:cNvPr>
          <p:cNvSpPr txBox="1"/>
          <p:nvPr/>
        </p:nvSpPr>
        <p:spPr>
          <a:xfrm>
            <a:off x="722772" y="2710367"/>
            <a:ext cx="2090578" cy="369332"/>
          </a:xfrm>
          <a:prstGeom prst="rect">
            <a:avLst/>
          </a:prstGeom>
          <a:noFill/>
        </p:spPr>
        <p:txBody>
          <a:bodyPr wrap="square" rtlCol="0">
            <a:spAutoFit/>
          </a:bodyPr>
          <a:lstStyle/>
          <a:p>
            <a:r>
              <a:rPr lang="pl-PL" dirty="0" err="1">
                <a:solidFill>
                  <a:srgbClr val="1E2A3E"/>
                </a:solidFill>
                <a:latin typeface="Poppins" pitchFamily="2" charset="77"/>
                <a:ea typeface="Inter" panose="02000503000000020004" pitchFamily="2" charset="0"/>
                <a:cs typeface="Poppins" pitchFamily="2" charset="77"/>
              </a:rPr>
              <a:t>Pawel</a:t>
            </a:r>
            <a:r>
              <a:rPr lang="pl-PL" dirty="0">
                <a:solidFill>
                  <a:srgbClr val="1E2A3E"/>
                </a:solidFill>
                <a:latin typeface="Poppins" pitchFamily="2" charset="77"/>
                <a:ea typeface="Inter" panose="02000503000000020004" pitchFamily="2" charset="0"/>
                <a:cs typeface="Poppins" pitchFamily="2" charset="77"/>
              </a:rPr>
              <a:t> </a:t>
            </a:r>
            <a:r>
              <a:rPr lang="pl-PL" dirty="0" err="1">
                <a:solidFill>
                  <a:srgbClr val="1E2A3E"/>
                </a:solidFill>
                <a:latin typeface="Poppins" pitchFamily="2" charset="77"/>
                <a:ea typeface="Inter" panose="02000503000000020004" pitchFamily="2" charset="0"/>
                <a:cs typeface="Poppins" pitchFamily="2" charset="77"/>
              </a:rPr>
              <a:t>Staniec</a:t>
            </a:r>
            <a:endParaRPr lang="en-PL" dirty="0">
              <a:solidFill>
                <a:srgbClr val="1E2A3E"/>
              </a:solidFill>
              <a:latin typeface="Poppins" pitchFamily="2" charset="77"/>
              <a:ea typeface="Inter" panose="02000503000000020004" pitchFamily="2" charset="0"/>
              <a:cs typeface="Poppins" pitchFamily="2" charset="77"/>
            </a:endParaRPr>
          </a:p>
        </p:txBody>
      </p:sp>
      <p:sp>
        <p:nvSpPr>
          <p:cNvPr id="13" name="TextBox 12">
            <a:extLst>
              <a:ext uri="{FF2B5EF4-FFF2-40B4-BE49-F238E27FC236}">
                <a16:creationId xmlns:a16="http://schemas.microsoft.com/office/drawing/2014/main" id="{584A4387-0C98-C4EB-909C-955263471BD1}"/>
              </a:ext>
            </a:extLst>
          </p:cNvPr>
          <p:cNvSpPr txBox="1"/>
          <p:nvPr/>
        </p:nvSpPr>
        <p:spPr>
          <a:xfrm>
            <a:off x="722772" y="3299024"/>
            <a:ext cx="1991251" cy="276999"/>
          </a:xfrm>
          <a:prstGeom prst="rect">
            <a:avLst/>
          </a:prstGeom>
          <a:noFill/>
        </p:spPr>
        <p:txBody>
          <a:bodyPr wrap="none" rtlCol="0">
            <a:spAutoFit/>
          </a:bodyPr>
          <a:lstStyle/>
          <a:p>
            <a:r>
              <a:rPr lang="pl-PL" sz="1200" dirty="0" err="1">
                <a:solidFill>
                  <a:schemeClr val="tx1">
                    <a:lumMod val="75000"/>
                    <a:lumOff val="25000"/>
                  </a:schemeClr>
                </a:solidFill>
                <a:latin typeface="Poppins" pitchFamily="2" charset="77"/>
                <a:ea typeface="Inter Light" panose="02000503000000020004" pitchFamily="2" charset="0"/>
                <a:cs typeface="Poppins" pitchFamily="2" charset="77"/>
              </a:rPr>
              <a:t>pstaniec@cloudcasa.io</a:t>
            </a:r>
            <a:endParaRPr lang="en-PL" sz="1200" dirty="0">
              <a:solidFill>
                <a:schemeClr val="tx1">
                  <a:lumMod val="75000"/>
                  <a:lumOff val="25000"/>
                </a:schemeClr>
              </a:solidFill>
              <a:latin typeface="Poppins" pitchFamily="2" charset="77"/>
              <a:ea typeface="Inter Light" panose="02000503000000020004" pitchFamily="2" charset="0"/>
              <a:cs typeface="Poppins" pitchFamily="2" charset="77"/>
            </a:endParaRPr>
          </a:p>
        </p:txBody>
      </p:sp>
      <p:sp>
        <p:nvSpPr>
          <p:cNvPr id="17" name="TextBox 16">
            <a:extLst>
              <a:ext uri="{FF2B5EF4-FFF2-40B4-BE49-F238E27FC236}">
                <a16:creationId xmlns:a16="http://schemas.microsoft.com/office/drawing/2014/main" id="{81A7BF70-64C4-5A3D-6C58-485FF6DD7F7D}"/>
              </a:ext>
            </a:extLst>
          </p:cNvPr>
          <p:cNvSpPr txBox="1"/>
          <p:nvPr/>
        </p:nvSpPr>
        <p:spPr>
          <a:xfrm>
            <a:off x="4680734" y="4966274"/>
            <a:ext cx="2375693" cy="246221"/>
          </a:xfrm>
          <a:prstGeom prst="rect">
            <a:avLst/>
          </a:prstGeom>
          <a:noFill/>
        </p:spPr>
        <p:txBody>
          <a:bodyPr wrap="square" rtlCol="0">
            <a:spAutoFit/>
          </a:bodyPr>
          <a:lstStyle/>
          <a:p>
            <a:r>
              <a:rPr lang="pl-PL" sz="1000" dirty="0" err="1">
                <a:solidFill>
                  <a:schemeClr val="bg2">
                    <a:lumMod val="50000"/>
                  </a:schemeClr>
                </a:solidFill>
                <a:latin typeface="Inter Light" panose="02000503000000020004" pitchFamily="2" charset="0"/>
                <a:ea typeface="Inter Light" panose="02000503000000020004" pitchFamily="2" charset="0"/>
              </a:rPr>
              <a:t>cloudcasa.io</a:t>
            </a:r>
            <a:endParaRPr lang="en-PL" sz="1000" dirty="0">
              <a:solidFill>
                <a:schemeClr val="bg2">
                  <a:lumMod val="50000"/>
                </a:schemeClr>
              </a:solidFill>
              <a:latin typeface="Inter Light" panose="02000503000000020004" pitchFamily="2" charset="0"/>
              <a:ea typeface="Inter Light" panose="02000503000000020004" pitchFamily="2" charset="0"/>
            </a:endParaRPr>
          </a:p>
        </p:txBody>
      </p:sp>
      <p:sp>
        <p:nvSpPr>
          <p:cNvPr id="4" name="TextBox 3">
            <a:extLst>
              <a:ext uri="{FF2B5EF4-FFF2-40B4-BE49-F238E27FC236}">
                <a16:creationId xmlns:a16="http://schemas.microsoft.com/office/drawing/2014/main" id="{B126DD72-52BB-6093-7D84-E25DF4D2F820}"/>
              </a:ext>
            </a:extLst>
          </p:cNvPr>
          <p:cNvSpPr txBox="1"/>
          <p:nvPr/>
        </p:nvSpPr>
        <p:spPr>
          <a:xfrm>
            <a:off x="390939" y="6321146"/>
            <a:ext cx="1495922" cy="307777"/>
          </a:xfrm>
          <a:prstGeom prst="rect">
            <a:avLst/>
          </a:prstGeom>
          <a:noFill/>
        </p:spPr>
        <p:txBody>
          <a:bodyPr wrap="none" rtlCol="0">
            <a:spAutoFit/>
          </a:bodyPr>
          <a:lstStyle/>
          <a:p>
            <a:r>
              <a:rPr lang="en-PL" sz="1400" dirty="0">
                <a:solidFill>
                  <a:schemeClr val="tx1">
                    <a:lumMod val="75000"/>
                    <a:lumOff val="25000"/>
                  </a:schemeClr>
                </a:solidFill>
                <a:latin typeface="Inter Light" panose="02000503000000020004" pitchFamily="2" charset="0"/>
                <a:ea typeface="Inter Light" panose="02000503000000020004" pitchFamily="2" charset="0"/>
              </a:rPr>
              <a:t>CONFIDENTIAL</a:t>
            </a:r>
          </a:p>
        </p:txBody>
      </p:sp>
      <p:cxnSp>
        <p:nvCxnSpPr>
          <p:cNvPr id="8" name="Straight Connector 7">
            <a:extLst>
              <a:ext uri="{FF2B5EF4-FFF2-40B4-BE49-F238E27FC236}">
                <a16:creationId xmlns:a16="http://schemas.microsoft.com/office/drawing/2014/main" id="{37A62CF4-C620-C4F4-0FA8-0E3D00081C80}"/>
              </a:ext>
            </a:extLst>
          </p:cNvPr>
          <p:cNvCxnSpPr>
            <a:cxnSpLocks/>
          </p:cNvCxnSpPr>
          <p:nvPr/>
        </p:nvCxnSpPr>
        <p:spPr>
          <a:xfrm flipH="1">
            <a:off x="0" y="6118216"/>
            <a:ext cx="1219200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A90ECC71-A7FB-0D87-1F4F-0485F75E07A4}"/>
              </a:ext>
            </a:extLst>
          </p:cNvPr>
          <p:cNvSpPr txBox="1"/>
          <p:nvPr/>
        </p:nvSpPr>
        <p:spPr>
          <a:xfrm>
            <a:off x="11273574" y="6321146"/>
            <a:ext cx="391454" cy="338554"/>
          </a:xfrm>
          <a:prstGeom prst="rect">
            <a:avLst/>
          </a:prstGeom>
          <a:noFill/>
        </p:spPr>
        <p:txBody>
          <a:bodyPr wrap="none" rtlCol="0">
            <a:spAutoFit/>
          </a:bodyPr>
          <a:lstStyle/>
          <a:p>
            <a:r>
              <a:rPr lang="en-PL" sz="1600">
                <a:solidFill>
                  <a:schemeClr val="tx1">
                    <a:lumMod val="75000"/>
                    <a:lumOff val="25000"/>
                  </a:schemeClr>
                </a:solidFill>
                <a:latin typeface="Inter Light" panose="02000503000000020004" pitchFamily="2" charset="0"/>
                <a:ea typeface="Inter Light" panose="02000503000000020004" pitchFamily="2" charset="0"/>
              </a:rPr>
              <a:t>01</a:t>
            </a:r>
          </a:p>
        </p:txBody>
      </p:sp>
      <p:pic>
        <p:nvPicPr>
          <p:cNvPr id="5" name="Graphic 4">
            <a:extLst>
              <a:ext uri="{FF2B5EF4-FFF2-40B4-BE49-F238E27FC236}">
                <a16:creationId xmlns:a16="http://schemas.microsoft.com/office/drawing/2014/main" id="{90740A8F-0DAC-E301-A7EB-BC67CEBDA9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0939" y="156501"/>
            <a:ext cx="1811085" cy="887959"/>
          </a:xfrm>
          <a:prstGeom prst="rect">
            <a:avLst/>
          </a:prstGeom>
        </p:spPr>
      </p:pic>
      <p:sp>
        <p:nvSpPr>
          <p:cNvPr id="6" name="TextBox 5">
            <a:extLst>
              <a:ext uri="{FF2B5EF4-FFF2-40B4-BE49-F238E27FC236}">
                <a16:creationId xmlns:a16="http://schemas.microsoft.com/office/drawing/2014/main" id="{9E8595C4-222A-7830-1527-63DDA1429D71}"/>
              </a:ext>
            </a:extLst>
          </p:cNvPr>
          <p:cNvSpPr txBox="1"/>
          <p:nvPr/>
        </p:nvSpPr>
        <p:spPr>
          <a:xfrm>
            <a:off x="722772" y="3050234"/>
            <a:ext cx="2509116" cy="276999"/>
          </a:xfrm>
          <a:prstGeom prst="rect">
            <a:avLst/>
          </a:prstGeom>
          <a:noFill/>
        </p:spPr>
        <p:txBody>
          <a:bodyPr wrap="square" rtlCol="0">
            <a:spAutoFit/>
          </a:bodyPr>
          <a:lstStyle/>
          <a:p>
            <a:r>
              <a:rPr lang="en-PL" sz="1200" dirty="0">
                <a:solidFill>
                  <a:schemeClr val="bg2">
                    <a:lumMod val="50000"/>
                  </a:schemeClr>
                </a:solidFill>
                <a:latin typeface="Poppins Light" pitchFamily="2" charset="77"/>
                <a:ea typeface="Inter" panose="02000503000000020004" pitchFamily="2" charset="0"/>
                <a:cs typeface="Poppins Light" pitchFamily="2" charset="77"/>
              </a:rPr>
              <a:t>CTO, cloudcasa by Catalogic</a:t>
            </a:r>
          </a:p>
        </p:txBody>
      </p:sp>
      <p:sp>
        <p:nvSpPr>
          <p:cNvPr id="10" name="TextBox 9">
            <a:extLst>
              <a:ext uri="{FF2B5EF4-FFF2-40B4-BE49-F238E27FC236}">
                <a16:creationId xmlns:a16="http://schemas.microsoft.com/office/drawing/2014/main" id="{F09A856F-00AD-5A91-CAE4-8B7C5FA3048E}"/>
              </a:ext>
            </a:extLst>
          </p:cNvPr>
          <p:cNvSpPr txBox="1"/>
          <p:nvPr/>
        </p:nvSpPr>
        <p:spPr>
          <a:xfrm>
            <a:off x="5461051" y="6320683"/>
            <a:ext cx="1269899" cy="307777"/>
          </a:xfrm>
          <a:prstGeom prst="rect">
            <a:avLst/>
          </a:prstGeom>
          <a:noFill/>
        </p:spPr>
        <p:txBody>
          <a:bodyPr wrap="none" rtlCol="0">
            <a:spAutoFit/>
          </a:bodyPr>
          <a:lstStyle/>
          <a:p>
            <a:r>
              <a:rPr lang="pl-PL" sz="1400" err="1">
                <a:solidFill>
                  <a:schemeClr val="tx1">
                    <a:lumMod val="75000"/>
                    <a:lumOff val="25000"/>
                  </a:schemeClr>
                </a:solidFill>
                <a:latin typeface="Inter Light" panose="02000503000000020004" pitchFamily="2" charset="0"/>
                <a:ea typeface="Inter Light" panose="02000503000000020004" pitchFamily="2" charset="0"/>
              </a:rPr>
              <a:t>cloudcasa.io</a:t>
            </a:r>
            <a:endParaRPr lang="en-PL" sz="1400">
              <a:solidFill>
                <a:schemeClr val="tx1">
                  <a:lumMod val="75000"/>
                  <a:lumOff val="25000"/>
                </a:schemeClr>
              </a:solidFill>
              <a:latin typeface="Inter Light" panose="02000503000000020004" pitchFamily="2" charset="0"/>
              <a:ea typeface="Inter Light" panose="02000503000000020004" pitchFamily="2" charset="0"/>
            </a:endParaRPr>
          </a:p>
        </p:txBody>
      </p:sp>
      <p:sp>
        <p:nvSpPr>
          <p:cNvPr id="12" name="TextBox 11">
            <a:extLst>
              <a:ext uri="{FF2B5EF4-FFF2-40B4-BE49-F238E27FC236}">
                <a16:creationId xmlns:a16="http://schemas.microsoft.com/office/drawing/2014/main" id="{47C65745-043B-3EA6-7CA7-ABC8F46454A1}"/>
              </a:ext>
            </a:extLst>
          </p:cNvPr>
          <p:cNvSpPr txBox="1"/>
          <p:nvPr/>
        </p:nvSpPr>
        <p:spPr>
          <a:xfrm>
            <a:off x="4680734" y="4705343"/>
            <a:ext cx="2375693" cy="276999"/>
          </a:xfrm>
          <a:prstGeom prst="rect">
            <a:avLst/>
          </a:prstGeom>
          <a:noFill/>
        </p:spPr>
        <p:txBody>
          <a:bodyPr wrap="square" rtlCol="0">
            <a:spAutoFit/>
          </a:bodyPr>
          <a:lstStyle/>
          <a:p>
            <a:r>
              <a:rPr lang="pl-PL" sz="1200" dirty="0" err="1">
                <a:solidFill>
                  <a:srgbClr val="222328"/>
                </a:solidFill>
                <a:latin typeface="Inter Medium" panose="02000503000000020004" pitchFamily="2" charset="0"/>
                <a:ea typeface="Inter Medium" panose="02000503000000020004" pitchFamily="2" charset="0"/>
              </a:rPr>
              <a:t>Website</a:t>
            </a:r>
            <a:endParaRPr lang="en-PL" sz="1200" dirty="0">
              <a:solidFill>
                <a:srgbClr val="222328"/>
              </a:solidFill>
              <a:latin typeface="Inter Medium" panose="02000503000000020004" pitchFamily="2" charset="0"/>
              <a:ea typeface="Inter Medium" panose="02000503000000020004" pitchFamily="2" charset="0"/>
            </a:endParaRPr>
          </a:p>
        </p:txBody>
      </p:sp>
      <p:sp>
        <p:nvSpPr>
          <p:cNvPr id="14" name="TextBox 13">
            <a:extLst>
              <a:ext uri="{FF2B5EF4-FFF2-40B4-BE49-F238E27FC236}">
                <a16:creationId xmlns:a16="http://schemas.microsoft.com/office/drawing/2014/main" id="{DC89F061-39C7-8766-9E73-9FC96276625F}"/>
              </a:ext>
            </a:extLst>
          </p:cNvPr>
          <p:cNvSpPr txBox="1"/>
          <p:nvPr/>
        </p:nvSpPr>
        <p:spPr>
          <a:xfrm>
            <a:off x="1778841" y="4622975"/>
            <a:ext cx="2375693" cy="276999"/>
          </a:xfrm>
          <a:prstGeom prst="rect">
            <a:avLst/>
          </a:prstGeom>
          <a:noFill/>
        </p:spPr>
        <p:txBody>
          <a:bodyPr wrap="square" rtlCol="0">
            <a:spAutoFit/>
          </a:bodyPr>
          <a:lstStyle/>
          <a:p>
            <a:r>
              <a:rPr lang="pl-PL" sz="1200" dirty="0">
                <a:solidFill>
                  <a:srgbClr val="222328"/>
                </a:solidFill>
                <a:latin typeface="Inter Medium" panose="02000503000000020004" pitchFamily="2" charset="0"/>
                <a:ea typeface="Inter Medium" panose="02000503000000020004" pitchFamily="2" charset="0"/>
              </a:rPr>
              <a:t>LinkedIn</a:t>
            </a:r>
            <a:endParaRPr lang="en-PL" sz="1200" dirty="0">
              <a:solidFill>
                <a:srgbClr val="222328"/>
              </a:solidFill>
              <a:latin typeface="Inter Medium" panose="02000503000000020004" pitchFamily="2" charset="0"/>
              <a:ea typeface="Inter Medium" panose="02000503000000020004" pitchFamily="2" charset="0"/>
            </a:endParaRPr>
          </a:p>
        </p:txBody>
      </p:sp>
      <p:sp>
        <p:nvSpPr>
          <p:cNvPr id="18" name="TextBox 17">
            <a:extLst>
              <a:ext uri="{FF2B5EF4-FFF2-40B4-BE49-F238E27FC236}">
                <a16:creationId xmlns:a16="http://schemas.microsoft.com/office/drawing/2014/main" id="{CBAF6F84-F928-5F63-8467-5C582D897947}"/>
              </a:ext>
            </a:extLst>
          </p:cNvPr>
          <p:cNvSpPr txBox="1"/>
          <p:nvPr/>
        </p:nvSpPr>
        <p:spPr>
          <a:xfrm>
            <a:off x="1778840" y="4902021"/>
            <a:ext cx="1968211" cy="246221"/>
          </a:xfrm>
          <a:prstGeom prst="rect">
            <a:avLst/>
          </a:prstGeom>
          <a:noFill/>
        </p:spPr>
        <p:txBody>
          <a:bodyPr wrap="square" rtlCol="0">
            <a:spAutoFit/>
          </a:bodyPr>
          <a:lstStyle/>
          <a:p>
            <a:r>
              <a:rPr lang="en-PL" sz="1000" dirty="0">
                <a:solidFill>
                  <a:schemeClr val="bg2">
                    <a:lumMod val="75000"/>
                  </a:schemeClr>
                </a:solidFill>
                <a:latin typeface="Inter" panose="02000503000000020004" pitchFamily="2" charset="0"/>
                <a:ea typeface="Inter" panose="02000503000000020004" pitchFamily="2" charset="0"/>
              </a:rPr>
              <a:t>linkedin.com/in/pawelstaniec</a:t>
            </a:r>
          </a:p>
        </p:txBody>
      </p:sp>
      <p:sp>
        <p:nvSpPr>
          <p:cNvPr id="19" name="Rounded Rectangle 18">
            <a:extLst>
              <a:ext uri="{FF2B5EF4-FFF2-40B4-BE49-F238E27FC236}">
                <a16:creationId xmlns:a16="http://schemas.microsoft.com/office/drawing/2014/main" id="{CDE44D99-0896-0051-F614-B91BB710386B}"/>
              </a:ext>
            </a:extLst>
          </p:cNvPr>
          <p:cNvSpPr/>
          <p:nvPr/>
        </p:nvSpPr>
        <p:spPr>
          <a:xfrm>
            <a:off x="7040987" y="1185610"/>
            <a:ext cx="3838251" cy="4486780"/>
          </a:xfrm>
          <a:prstGeom prst="roundRect">
            <a:avLst>
              <a:gd name="adj" fmla="val 10370"/>
            </a:avLst>
          </a:prstGeom>
          <a:solidFill>
            <a:schemeClr val="bg1">
              <a:lumMod val="95000"/>
            </a:schemeClr>
          </a:solidFill>
          <a:ln w="12700">
            <a:noFill/>
          </a:ln>
        </p:spPr>
        <p:style>
          <a:lnRef idx="2">
            <a:schemeClr val="dk1"/>
          </a:lnRef>
          <a:fillRef idx="1">
            <a:schemeClr val="lt1"/>
          </a:fillRef>
          <a:effectRef idx="0">
            <a:schemeClr val="dk1"/>
          </a:effectRef>
          <a:fontRef idx="minor">
            <a:schemeClr val="dk1"/>
          </a:fontRef>
        </p:style>
        <p:txBody>
          <a:bodyPr rtlCol="0" anchor="ctr"/>
          <a:lstStyle/>
          <a:p>
            <a:endParaRPr lang="en-PL" sz="1200">
              <a:solidFill>
                <a:srgbClr val="222328"/>
              </a:solidFill>
            </a:endParaRPr>
          </a:p>
        </p:txBody>
      </p:sp>
      <p:pic>
        <p:nvPicPr>
          <p:cNvPr id="20" name="Picture 19">
            <a:extLst>
              <a:ext uri="{FF2B5EF4-FFF2-40B4-BE49-F238E27FC236}">
                <a16:creationId xmlns:a16="http://schemas.microsoft.com/office/drawing/2014/main" id="{6EAEE4EF-1CF5-AFD0-8B27-EAC950F4BA52}"/>
              </a:ext>
            </a:extLst>
          </p:cNvPr>
          <p:cNvPicPr>
            <a:picLocks noChangeAspect="1"/>
          </p:cNvPicPr>
          <p:nvPr/>
        </p:nvPicPr>
        <p:blipFill>
          <a:blip r:embed="rId4"/>
          <a:stretch>
            <a:fillRect/>
          </a:stretch>
        </p:blipFill>
        <p:spPr>
          <a:xfrm>
            <a:off x="7573726" y="1167327"/>
            <a:ext cx="3003375" cy="4505062"/>
          </a:xfrm>
          <a:prstGeom prst="rect">
            <a:avLst/>
          </a:prstGeom>
        </p:spPr>
      </p:pic>
      <p:pic>
        <p:nvPicPr>
          <p:cNvPr id="21" name="Picture 20">
            <a:extLst>
              <a:ext uri="{FF2B5EF4-FFF2-40B4-BE49-F238E27FC236}">
                <a16:creationId xmlns:a16="http://schemas.microsoft.com/office/drawing/2014/main" id="{10E23F61-C0C9-6C32-5627-2D8210CCBFDA}"/>
              </a:ext>
            </a:extLst>
          </p:cNvPr>
          <p:cNvPicPr>
            <a:picLocks noChangeAspect="1"/>
          </p:cNvPicPr>
          <p:nvPr/>
        </p:nvPicPr>
        <p:blipFill>
          <a:blip r:embed="rId5"/>
          <a:stretch>
            <a:fillRect/>
          </a:stretch>
        </p:blipFill>
        <p:spPr>
          <a:xfrm>
            <a:off x="3731612" y="4491550"/>
            <a:ext cx="946413" cy="946413"/>
          </a:xfrm>
          <a:prstGeom prst="rect">
            <a:avLst/>
          </a:prstGeom>
        </p:spPr>
      </p:pic>
      <p:pic>
        <p:nvPicPr>
          <p:cNvPr id="22" name="Picture 21">
            <a:extLst>
              <a:ext uri="{FF2B5EF4-FFF2-40B4-BE49-F238E27FC236}">
                <a16:creationId xmlns:a16="http://schemas.microsoft.com/office/drawing/2014/main" id="{27EC4021-C1D6-26EA-E584-4E1DD86939B8}"/>
              </a:ext>
            </a:extLst>
          </p:cNvPr>
          <p:cNvPicPr>
            <a:picLocks noChangeAspect="1"/>
          </p:cNvPicPr>
          <p:nvPr/>
        </p:nvPicPr>
        <p:blipFill>
          <a:blip r:embed="rId6"/>
          <a:stretch>
            <a:fillRect/>
          </a:stretch>
        </p:blipFill>
        <p:spPr>
          <a:xfrm>
            <a:off x="839937" y="4474225"/>
            <a:ext cx="923329" cy="923329"/>
          </a:xfrm>
          <a:prstGeom prst="rect">
            <a:avLst/>
          </a:prstGeom>
        </p:spPr>
      </p:pic>
    </p:spTree>
    <p:extLst>
      <p:ext uri="{BB962C8B-B14F-4D97-AF65-F5344CB8AC3E}">
        <p14:creationId xmlns:p14="http://schemas.microsoft.com/office/powerpoint/2010/main" val="4159488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36B8F-2621-E5E1-FAC2-14532F72566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429FCDB-42B2-7286-8919-86BCB063A75F}"/>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3DBF36-1C3F-EB73-6AA2-AAF721D9DA9C}"/>
              </a:ext>
            </a:extLst>
          </p:cNvPr>
          <p:cNvSpPr>
            <a:spLocks noGrp="1"/>
          </p:cNvSpPr>
          <p:nvPr>
            <p:ph type="ctrTitle"/>
          </p:nvPr>
        </p:nvSpPr>
        <p:spPr>
          <a:xfrm>
            <a:off x="1524000" y="1511951"/>
            <a:ext cx="9144000" cy="946413"/>
          </a:xfrm>
        </p:spPr>
        <p:txBody>
          <a:bodyPr>
            <a:spAutoFit/>
          </a:bodyPr>
          <a:lstStyle/>
          <a:p>
            <a:pPr algn="l"/>
            <a:r>
              <a:rPr lang="en-PL" dirty="0">
                <a:solidFill>
                  <a:schemeClr val="bg1"/>
                </a:solidFill>
              </a:rPr>
              <a:t>Resource Pages</a:t>
            </a:r>
          </a:p>
        </p:txBody>
      </p:sp>
      <p:sp>
        <p:nvSpPr>
          <p:cNvPr id="17" name="Subtitle 2">
            <a:extLst>
              <a:ext uri="{FF2B5EF4-FFF2-40B4-BE49-F238E27FC236}">
                <a16:creationId xmlns:a16="http://schemas.microsoft.com/office/drawing/2014/main" id="{344294CA-73A3-F029-4547-5C6ADEE143D8}"/>
              </a:ext>
            </a:extLst>
          </p:cNvPr>
          <p:cNvSpPr txBox="1">
            <a:spLocks/>
          </p:cNvSpPr>
          <p:nvPr/>
        </p:nvSpPr>
        <p:spPr>
          <a:xfrm>
            <a:off x="1524000" y="1163394"/>
            <a:ext cx="2611216" cy="34855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1800" dirty="0">
                <a:solidFill>
                  <a:schemeClr val="bg1"/>
                </a:solidFill>
                <a:latin typeface="Poppins" pitchFamily="2" charset="77"/>
                <a:cs typeface="Poppins" pitchFamily="2" charset="77"/>
              </a:rPr>
              <a:t>C</a:t>
            </a:r>
            <a:r>
              <a:rPr lang="en-PL" sz="1800" dirty="0">
                <a:solidFill>
                  <a:schemeClr val="bg1"/>
                </a:solidFill>
                <a:latin typeface="Poppins" pitchFamily="2" charset="77"/>
                <a:cs typeface="Poppins" pitchFamily="2" charset="77"/>
              </a:rPr>
              <a:t>loudcasa deck</a:t>
            </a:r>
          </a:p>
        </p:txBody>
      </p:sp>
      <p:sp>
        <p:nvSpPr>
          <p:cNvPr id="3" name="Subtitle 2">
            <a:extLst>
              <a:ext uri="{FF2B5EF4-FFF2-40B4-BE49-F238E27FC236}">
                <a16:creationId xmlns:a16="http://schemas.microsoft.com/office/drawing/2014/main" id="{8735745E-513B-EE89-88D8-CA3CCA6AE4C1}"/>
              </a:ext>
            </a:extLst>
          </p:cNvPr>
          <p:cNvSpPr txBox="1">
            <a:spLocks/>
          </p:cNvSpPr>
          <p:nvPr/>
        </p:nvSpPr>
        <p:spPr>
          <a:xfrm>
            <a:off x="1524000" y="2806921"/>
            <a:ext cx="5304183" cy="106182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dirty="0">
                <a:solidFill>
                  <a:schemeClr val="bg1"/>
                </a:solidFill>
                <a:latin typeface="Inter" panose="02000503000000020004" pitchFamily="2" charset="0"/>
                <a:ea typeface="Inter" panose="02000503000000020004" pitchFamily="2" charset="0"/>
              </a:rPr>
              <a:t>Everything after this slide is a library of ready-to-use elements: icons, charts and other building blocks for creating your presentation.</a:t>
            </a:r>
            <a:br>
              <a:rPr lang="en-PL" sz="1400" dirty="0">
                <a:solidFill>
                  <a:schemeClr val="bg1"/>
                </a:solidFill>
                <a:latin typeface="Inter" panose="02000503000000020004" pitchFamily="2" charset="0"/>
                <a:ea typeface="Inter" panose="02000503000000020004" pitchFamily="2" charset="0"/>
              </a:rPr>
            </a:br>
            <a:br>
              <a:rPr lang="en-PL" sz="1400" dirty="0">
                <a:solidFill>
                  <a:schemeClr val="bg1"/>
                </a:solidFill>
                <a:latin typeface="Inter" panose="02000503000000020004" pitchFamily="2" charset="0"/>
                <a:ea typeface="Inter" panose="02000503000000020004" pitchFamily="2" charset="0"/>
              </a:rPr>
            </a:br>
            <a:r>
              <a:rPr lang="en-PL" sz="1400" dirty="0">
                <a:solidFill>
                  <a:schemeClr val="bg1"/>
                </a:solidFill>
                <a:latin typeface="Inter" panose="02000503000000020004" pitchFamily="2" charset="0"/>
                <a:ea typeface="Inter" panose="02000503000000020004" pitchFamily="2" charset="0"/>
              </a:rPr>
              <a:t>Copy what you need into your deck.</a:t>
            </a:r>
            <a:endParaRPr lang="en-PL" sz="1400" dirty="0">
              <a:solidFill>
                <a:schemeClr val="bg1"/>
              </a:solidFill>
              <a:latin typeface="Inter" panose="02000503000000020004" pitchFamily="2" charset="0"/>
              <a:ea typeface="Inter" panose="02000503000000020004" pitchFamily="2" charset="0"/>
              <a:cs typeface="Poppins" pitchFamily="2" charset="77"/>
            </a:endParaRPr>
          </a:p>
        </p:txBody>
      </p:sp>
      <p:sp>
        <p:nvSpPr>
          <p:cNvPr id="4" name="Rounded Rectangle 3">
            <a:extLst>
              <a:ext uri="{FF2B5EF4-FFF2-40B4-BE49-F238E27FC236}">
                <a16:creationId xmlns:a16="http://schemas.microsoft.com/office/drawing/2014/main" id="{E271DCE5-0ABB-29C3-A9A0-B715F3FA6B3D}"/>
              </a:ext>
            </a:extLst>
          </p:cNvPr>
          <p:cNvSpPr/>
          <p:nvPr/>
        </p:nvSpPr>
        <p:spPr>
          <a:xfrm>
            <a:off x="1524000" y="4217307"/>
            <a:ext cx="4916557" cy="753584"/>
          </a:xfrm>
          <a:prstGeom prst="roundRect">
            <a:avLst>
              <a:gd name="adj" fmla="val 10073"/>
            </a:avLst>
          </a:prstGeom>
          <a:solidFill>
            <a:srgbClr val="D62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PL" sz="1400" dirty="0">
                <a:solidFill>
                  <a:schemeClr val="bg1"/>
                </a:solidFill>
                <a:latin typeface="Inter" panose="02000503000000020004" pitchFamily="2" charset="0"/>
                <a:ea typeface="Inter" panose="02000503000000020004" pitchFamily="2" charset="0"/>
              </a:rPr>
              <a:t>Before sharing or presenting, delete or hide all resource pages so they don't end up in the final version.</a:t>
            </a:r>
            <a:endParaRPr lang="en-PL" sz="1400" dirty="0">
              <a:solidFill>
                <a:schemeClr val="bg1"/>
              </a:solidFill>
            </a:endParaRPr>
          </a:p>
        </p:txBody>
      </p:sp>
    </p:spTree>
    <p:extLst>
      <p:ext uri="{BB962C8B-B14F-4D97-AF65-F5344CB8AC3E}">
        <p14:creationId xmlns:p14="http://schemas.microsoft.com/office/powerpoint/2010/main" val="3103698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8072-D23F-FD35-C724-E572FED81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A1B1A-5BF7-830E-154B-FD7C8C3D2B3A}"/>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Resource Page</a:t>
            </a:r>
          </a:p>
        </p:txBody>
      </p:sp>
      <p:sp>
        <p:nvSpPr>
          <p:cNvPr id="12" name="Rounded Rectangle 11">
            <a:extLst>
              <a:ext uri="{FF2B5EF4-FFF2-40B4-BE49-F238E27FC236}">
                <a16:creationId xmlns:a16="http://schemas.microsoft.com/office/drawing/2014/main" id="{00C4CD01-6BCD-A19B-1412-62BDDBEEB3AC}"/>
              </a:ext>
            </a:extLst>
          </p:cNvPr>
          <p:cNvSpPr/>
          <p:nvPr/>
        </p:nvSpPr>
        <p:spPr>
          <a:xfrm>
            <a:off x="2054931" y="2728538"/>
            <a:ext cx="1245654" cy="338554"/>
          </a:xfrm>
          <a:prstGeom prst="roundRect">
            <a:avLst>
              <a:gd name="adj" fmla="val 50000"/>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600">
                <a:latin typeface="Inter Light" panose="02000503000000020004" pitchFamily="2" charset="0"/>
                <a:ea typeface="Inter Light" panose="02000503000000020004" pitchFamily="2" charset="0"/>
              </a:rPr>
              <a:t>Y</a:t>
            </a:r>
            <a:r>
              <a:rPr lang="en-PL" sz="1600">
                <a:latin typeface="Inter Light" panose="02000503000000020004" pitchFamily="2" charset="0"/>
                <a:ea typeface="Inter Light" panose="02000503000000020004" pitchFamily="2" charset="0"/>
              </a:rPr>
              <a:t>our date</a:t>
            </a:r>
          </a:p>
        </p:txBody>
      </p:sp>
      <p:sp>
        <p:nvSpPr>
          <p:cNvPr id="15" name="Rounded Rectangle 14">
            <a:extLst>
              <a:ext uri="{FF2B5EF4-FFF2-40B4-BE49-F238E27FC236}">
                <a16:creationId xmlns:a16="http://schemas.microsoft.com/office/drawing/2014/main" id="{56C6DFC1-7A37-1F23-5DDC-05A2C1E5D478}"/>
              </a:ext>
            </a:extLst>
          </p:cNvPr>
          <p:cNvSpPr/>
          <p:nvPr/>
        </p:nvSpPr>
        <p:spPr>
          <a:xfrm>
            <a:off x="585757" y="2714675"/>
            <a:ext cx="1245654" cy="338554"/>
          </a:xfrm>
          <a:prstGeom prst="roundRect">
            <a:avLst>
              <a:gd name="adj" fmla="val 50000"/>
            </a:avLst>
          </a:prstGeom>
          <a:noFill/>
          <a:ln w="12700">
            <a:solidFill>
              <a:srgbClr val="22232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600">
                <a:solidFill>
                  <a:srgbClr val="1E2A3E"/>
                </a:solidFill>
                <a:latin typeface="Inter Light" panose="02000503000000020004" pitchFamily="2" charset="0"/>
                <a:ea typeface="Inter Light" panose="02000503000000020004" pitchFamily="2" charset="0"/>
              </a:rPr>
              <a:t>Y</a:t>
            </a:r>
            <a:r>
              <a:rPr lang="en-PL" sz="1600">
                <a:solidFill>
                  <a:srgbClr val="1E2A3E"/>
                </a:solidFill>
                <a:latin typeface="Inter Light" panose="02000503000000020004" pitchFamily="2" charset="0"/>
                <a:ea typeface="Inter Light" panose="02000503000000020004" pitchFamily="2" charset="0"/>
              </a:rPr>
              <a:t>our text</a:t>
            </a:r>
          </a:p>
        </p:txBody>
      </p:sp>
      <p:sp>
        <p:nvSpPr>
          <p:cNvPr id="10" name="Subtitle 2">
            <a:extLst>
              <a:ext uri="{FF2B5EF4-FFF2-40B4-BE49-F238E27FC236}">
                <a16:creationId xmlns:a16="http://schemas.microsoft.com/office/drawing/2014/main" id="{84AEFAD7-D9C2-6590-4739-0733310D79D7}"/>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sp>
        <p:nvSpPr>
          <p:cNvPr id="9" name="Rectangle 8">
            <a:extLst>
              <a:ext uri="{FF2B5EF4-FFF2-40B4-BE49-F238E27FC236}">
                <a16:creationId xmlns:a16="http://schemas.microsoft.com/office/drawing/2014/main" id="{E6318C64-DB7A-5FF1-C4D7-D93D11071C19}"/>
              </a:ext>
            </a:extLst>
          </p:cNvPr>
          <p:cNvSpPr/>
          <p:nvPr/>
        </p:nvSpPr>
        <p:spPr>
          <a:xfrm>
            <a:off x="9756681" y="1206966"/>
            <a:ext cx="338602" cy="338555"/>
          </a:xfrm>
          <a:prstGeom prst="rect">
            <a:avLst/>
          </a:prstGeom>
          <a:solidFill>
            <a:srgbClr val="1E2A3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L"/>
          </a:p>
        </p:txBody>
      </p:sp>
      <p:sp>
        <p:nvSpPr>
          <p:cNvPr id="11" name="Rectangle 10">
            <a:extLst>
              <a:ext uri="{FF2B5EF4-FFF2-40B4-BE49-F238E27FC236}">
                <a16:creationId xmlns:a16="http://schemas.microsoft.com/office/drawing/2014/main" id="{9293765E-2D4D-73E2-A613-65F92BC58C5F}"/>
              </a:ext>
            </a:extLst>
          </p:cNvPr>
          <p:cNvSpPr/>
          <p:nvPr/>
        </p:nvSpPr>
        <p:spPr>
          <a:xfrm>
            <a:off x="10213881" y="1206966"/>
            <a:ext cx="338602" cy="338555"/>
          </a:xfrm>
          <a:prstGeom prst="rect">
            <a:avLst/>
          </a:prstGeom>
          <a:solidFill>
            <a:srgbClr val="222328"/>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L"/>
          </a:p>
        </p:txBody>
      </p:sp>
      <p:sp>
        <p:nvSpPr>
          <p:cNvPr id="22" name="Rectangle 21">
            <a:extLst>
              <a:ext uri="{FF2B5EF4-FFF2-40B4-BE49-F238E27FC236}">
                <a16:creationId xmlns:a16="http://schemas.microsoft.com/office/drawing/2014/main" id="{52CE69FC-FEE3-F54F-E39A-C5FDE0BFD7E3}"/>
              </a:ext>
            </a:extLst>
          </p:cNvPr>
          <p:cNvSpPr/>
          <p:nvPr/>
        </p:nvSpPr>
        <p:spPr>
          <a:xfrm>
            <a:off x="10662288" y="1206966"/>
            <a:ext cx="338602" cy="338555"/>
          </a:xfrm>
          <a:prstGeom prst="rect">
            <a:avLst/>
          </a:prstGeom>
          <a:solidFill>
            <a:schemeClr val="bg2">
              <a:lumMod val="9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L"/>
          </a:p>
        </p:txBody>
      </p:sp>
      <p:sp>
        <p:nvSpPr>
          <p:cNvPr id="23" name="Rectangle 22">
            <a:extLst>
              <a:ext uri="{FF2B5EF4-FFF2-40B4-BE49-F238E27FC236}">
                <a16:creationId xmlns:a16="http://schemas.microsoft.com/office/drawing/2014/main" id="{C1D10AE1-127C-3BDA-658A-550D2D2B4A61}"/>
              </a:ext>
            </a:extLst>
          </p:cNvPr>
          <p:cNvSpPr/>
          <p:nvPr/>
        </p:nvSpPr>
        <p:spPr>
          <a:xfrm>
            <a:off x="11119488" y="1206966"/>
            <a:ext cx="338602" cy="338555"/>
          </a:xfrm>
          <a:prstGeom prst="rect">
            <a:avLst/>
          </a:prstGeom>
          <a:solidFill>
            <a:schemeClr val="bg1">
              <a:lumMod val="9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L"/>
          </a:p>
        </p:txBody>
      </p:sp>
      <p:pic>
        <p:nvPicPr>
          <p:cNvPr id="26" name="Graphic 25" descr="Checkbox Ticked with solid fill">
            <a:extLst>
              <a:ext uri="{FF2B5EF4-FFF2-40B4-BE49-F238E27FC236}">
                <a16:creationId xmlns:a16="http://schemas.microsoft.com/office/drawing/2014/main" id="{BCC43415-3865-660D-481A-066105B7A7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4105" y="2585794"/>
            <a:ext cx="327818" cy="327818"/>
          </a:xfrm>
          <a:prstGeom prst="rect">
            <a:avLst/>
          </a:prstGeom>
        </p:spPr>
      </p:pic>
      <p:pic>
        <p:nvPicPr>
          <p:cNvPr id="27" name="Graphic 26" descr="Checkbox Ticked with solid fill">
            <a:extLst>
              <a:ext uri="{FF2B5EF4-FFF2-40B4-BE49-F238E27FC236}">
                <a16:creationId xmlns:a16="http://schemas.microsoft.com/office/drawing/2014/main" id="{C76B6E4B-BE0B-894A-8568-6E8EF95A3D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4105" y="2910914"/>
            <a:ext cx="327818" cy="327818"/>
          </a:xfrm>
          <a:prstGeom prst="rect">
            <a:avLst/>
          </a:prstGeom>
        </p:spPr>
      </p:pic>
      <p:sp>
        <p:nvSpPr>
          <p:cNvPr id="36" name="Rectangle 35">
            <a:extLst>
              <a:ext uri="{FF2B5EF4-FFF2-40B4-BE49-F238E27FC236}">
                <a16:creationId xmlns:a16="http://schemas.microsoft.com/office/drawing/2014/main" id="{A66C6EC8-37C8-DE4B-C99B-A78FB934FBD7}"/>
              </a:ext>
            </a:extLst>
          </p:cNvPr>
          <p:cNvSpPr/>
          <p:nvPr/>
        </p:nvSpPr>
        <p:spPr>
          <a:xfrm>
            <a:off x="11119488" y="1705510"/>
            <a:ext cx="338602" cy="338555"/>
          </a:xfrm>
          <a:prstGeom prst="rect">
            <a:avLst/>
          </a:prstGeom>
          <a:solidFill>
            <a:srgbClr val="D622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L"/>
          </a:p>
        </p:txBody>
      </p:sp>
      <p:sp>
        <p:nvSpPr>
          <p:cNvPr id="37" name="Subtitle 2">
            <a:extLst>
              <a:ext uri="{FF2B5EF4-FFF2-40B4-BE49-F238E27FC236}">
                <a16:creationId xmlns:a16="http://schemas.microsoft.com/office/drawing/2014/main" id="{DA9BA664-05EF-5B85-1C45-21D0E301C810}"/>
              </a:ext>
            </a:extLst>
          </p:cNvPr>
          <p:cNvSpPr txBox="1">
            <a:spLocks/>
          </p:cNvSpPr>
          <p:nvPr/>
        </p:nvSpPr>
        <p:spPr>
          <a:xfrm>
            <a:off x="10738983" y="805001"/>
            <a:ext cx="890830"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bg1">
                    <a:lumMod val="50000"/>
                  </a:schemeClr>
                </a:solidFill>
                <a:latin typeface="Poppins" pitchFamily="2" charset="77"/>
                <a:cs typeface="Poppins" pitchFamily="2" charset="77"/>
              </a:rPr>
              <a:t>COLORS</a:t>
            </a:r>
            <a:endParaRPr lang="en-PL" sz="1800">
              <a:solidFill>
                <a:schemeClr val="bg1">
                  <a:lumMod val="50000"/>
                </a:schemeClr>
              </a:solidFill>
              <a:latin typeface="Poppins" pitchFamily="2" charset="77"/>
              <a:cs typeface="Poppins" pitchFamily="2" charset="77"/>
            </a:endParaRPr>
          </a:p>
        </p:txBody>
      </p:sp>
      <p:sp>
        <p:nvSpPr>
          <p:cNvPr id="3" name="Rounded Rectangle 2">
            <a:extLst>
              <a:ext uri="{FF2B5EF4-FFF2-40B4-BE49-F238E27FC236}">
                <a16:creationId xmlns:a16="http://schemas.microsoft.com/office/drawing/2014/main" id="{EB3A1C17-C4EA-4500-F64C-F4D169B0EB96}"/>
              </a:ext>
            </a:extLst>
          </p:cNvPr>
          <p:cNvSpPr/>
          <p:nvPr/>
        </p:nvSpPr>
        <p:spPr>
          <a:xfrm>
            <a:off x="5325977" y="1705510"/>
            <a:ext cx="3838251" cy="4486780"/>
          </a:xfrm>
          <a:prstGeom prst="roundRect">
            <a:avLst>
              <a:gd name="adj" fmla="val 10370"/>
            </a:avLst>
          </a:prstGeom>
          <a:solidFill>
            <a:schemeClr val="bg1">
              <a:lumMod val="95000"/>
            </a:schemeClr>
          </a:solidFill>
          <a:ln w="12700">
            <a:noFill/>
          </a:ln>
        </p:spPr>
        <p:style>
          <a:lnRef idx="2">
            <a:schemeClr val="dk1"/>
          </a:lnRef>
          <a:fillRef idx="1">
            <a:schemeClr val="lt1"/>
          </a:fillRef>
          <a:effectRef idx="0">
            <a:schemeClr val="dk1"/>
          </a:effectRef>
          <a:fontRef idx="minor">
            <a:schemeClr val="dk1"/>
          </a:fontRef>
        </p:style>
        <p:txBody>
          <a:bodyPr rtlCol="0" anchor="ctr"/>
          <a:lstStyle/>
          <a:p>
            <a:endParaRPr lang="en-PL" sz="1200">
              <a:solidFill>
                <a:srgbClr val="222328"/>
              </a:solidFill>
            </a:endParaRPr>
          </a:p>
        </p:txBody>
      </p:sp>
      <p:pic>
        <p:nvPicPr>
          <p:cNvPr id="4" name="Picture 3">
            <a:extLst>
              <a:ext uri="{FF2B5EF4-FFF2-40B4-BE49-F238E27FC236}">
                <a16:creationId xmlns:a16="http://schemas.microsoft.com/office/drawing/2014/main" id="{BB2E83FC-1EA6-C3C0-790E-727F26C134BB}"/>
              </a:ext>
            </a:extLst>
          </p:cNvPr>
          <p:cNvPicPr>
            <a:picLocks noChangeAspect="1"/>
          </p:cNvPicPr>
          <p:nvPr/>
        </p:nvPicPr>
        <p:blipFill>
          <a:blip r:embed="rId4"/>
          <a:stretch>
            <a:fillRect/>
          </a:stretch>
        </p:blipFill>
        <p:spPr>
          <a:xfrm>
            <a:off x="5858716" y="1687227"/>
            <a:ext cx="3003375" cy="4505062"/>
          </a:xfrm>
          <a:prstGeom prst="rect">
            <a:avLst/>
          </a:prstGeom>
        </p:spPr>
      </p:pic>
    </p:spTree>
    <p:extLst>
      <p:ext uri="{BB962C8B-B14F-4D97-AF65-F5344CB8AC3E}">
        <p14:creationId xmlns:p14="http://schemas.microsoft.com/office/powerpoint/2010/main" val="3576062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4C1EF-ECF0-74EF-1742-66A3047B82B0}"/>
            </a:ext>
          </a:extLst>
        </p:cNvPr>
        <p:cNvGrpSpPr/>
        <p:nvPr/>
      </p:nvGrpSpPr>
      <p:grpSpPr>
        <a:xfrm>
          <a:off x="0" y="0"/>
          <a:ext cx="0" cy="0"/>
          <a:chOff x="0" y="0"/>
          <a:chExt cx="0" cy="0"/>
        </a:xfrm>
      </p:grpSpPr>
      <p:sp>
        <p:nvSpPr>
          <p:cNvPr id="62" name="Shape 13">
            <a:extLst>
              <a:ext uri="{FF2B5EF4-FFF2-40B4-BE49-F238E27FC236}">
                <a16:creationId xmlns:a16="http://schemas.microsoft.com/office/drawing/2014/main" id="{BF7C0DCA-064A-DCF9-5608-A526EE824DF5}"/>
              </a:ext>
            </a:extLst>
          </p:cNvPr>
          <p:cNvSpPr/>
          <p:nvPr/>
        </p:nvSpPr>
        <p:spPr>
          <a:xfrm>
            <a:off x="5859177" y="4909230"/>
            <a:ext cx="5806440" cy="1170432"/>
          </a:xfrm>
          <a:prstGeom prst="roundRect">
            <a:avLst>
              <a:gd name="adj" fmla="val 7031"/>
            </a:avLst>
          </a:prstGeom>
          <a:solidFill>
            <a:srgbClr val="F4F4F6">
              <a:alpha val="50000"/>
            </a:srgbClr>
          </a:solidFill>
          <a:ln w="6350">
            <a:solidFill>
              <a:schemeClr val="bg2"/>
            </a:solidFill>
            <a:prstDash val="solid"/>
          </a:ln>
        </p:spPr>
        <p:txBody>
          <a:bodyPr anchor="t"/>
          <a:lstStyle/>
          <a:p>
            <a:endParaRPr lang="en-US"/>
          </a:p>
        </p:txBody>
      </p:sp>
      <p:sp>
        <p:nvSpPr>
          <p:cNvPr id="2" name="Title 1">
            <a:extLst>
              <a:ext uri="{FF2B5EF4-FFF2-40B4-BE49-F238E27FC236}">
                <a16:creationId xmlns:a16="http://schemas.microsoft.com/office/drawing/2014/main" id="{63BA66FF-B425-F9B2-57A9-D8FFB17DB1BB}"/>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Resource Page</a:t>
            </a:r>
          </a:p>
        </p:txBody>
      </p:sp>
      <p:sp>
        <p:nvSpPr>
          <p:cNvPr id="10" name="Subtitle 2">
            <a:extLst>
              <a:ext uri="{FF2B5EF4-FFF2-40B4-BE49-F238E27FC236}">
                <a16:creationId xmlns:a16="http://schemas.microsoft.com/office/drawing/2014/main" id="{9235A992-0C95-0CF0-53B6-08ED2B3E77EA}"/>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sp>
        <p:nvSpPr>
          <p:cNvPr id="6" name="Shape 3">
            <a:extLst>
              <a:ext uri="{FF2B5EF4-FFF2-40B4-BE49-F238E27FC236}">
                <a16:creationId xmlns:a16="http://schemas.microsoft.com/office/drawing/2014/main" id="{1AEFDFB4-6365-AC81-4AA7-ABDF1408C6E1}"/>
              </a:ext>
            </a:extLst>
          </p:cNvPr>
          <p:cNvSpPr/>
          <p:nvPr/>
        </p:nvSpPr>
        <p:spPr>
          <a:xfrm>
            <a:off x="509937" y="2549562"/>
            <a:ext cx="5074920" cy="3794760"/>
          </a:xfrm>
          <a:prstGeom prst="roundRect">
            <a:avLst>
              <a:gd name="adj" fmla="val 2169"/>
            </a:avLst>
          </a:prstGeom>
          <a:solidFill>
            <a:srgbClr val="F4F4F6">
              <a:alpha val="50000"/>
            </a:srgbClr>
          </a:solidFill>
          <a:ln w="6350">
            <a:solidFill>
              <a:schemeClr val="bg2"/>
            </a:solidFill>
            <a:prstDash val="solid"/>
          </a:ln>
        </p:spPr>
        <p:txBody>
          <a:bodyPr anchor="t"/>
          <a:lstStyle/>
          <a:p>
            <a:endParaRPr lang="en-US"/>
          </a:p>
        </p:txBody>
      </p:sp>
      <p:sp>
        <p:nvSpPr>
          <p:cNvPr id="36" name="Text 8">
            <a:extLst>
              <a:ext uri="{FF2B5EF4-FFF2-40B4-BE49-F238E27FC236}">
                <a16:creationId xmlns:a16="http://schemas.microsoft.com/office/drawing/2014/main" id="{495E4440-A9E1-A37E-0E60-24BD207F4861}"/>
              </a:ext>
            </a:extLst>
          </p:cNvPr>
          <p:cNvSpPr/>
          <p:nvPr/>
        </p:nvSpPr>
        <p:spPr>
          <a:xfrm>
            <a:off x="829977" y="5349912"/>
            <a:ext cx="4480560" cy="731520"/>
          </a:xfrm>
          <a:prstGeom prst="rect">
            <a:avLst/>
          </a:prstGeom>
          <a:noFill/>
          <a:ln/>
        </p:spPr>
        <p:txBody>
          <a:bodyPr wrap="square" lIns="0" tIns="0" rIns="0" bIns="0" rtlCol="0" anchor="t"/>
          <a:lstStyle/>
          <a:p>
            <a:pPr marL="0" indent="0">
              <a:lnSpc>
                <a:spcPts val="1500"/>
              </a:lnSpc>
              <a:buNone/>
            </a:pPr>
            <a:endParaRPr lang="en-US" sz="1150"/>
          </a:p>
        </p:txBody>
      </p:sp>
      <p:sp>
        <p:nvSpPr>
          <p:cNvPr id="37" name="Shape 9">
            <a:extLst>
              <a:ext uri="{FF2B5EF4-FFF2-40B4-BE49-F238E27FC236}">
                <a16:creationId xmlns:a16="http://schemas.microsoft.com/office/drawing/2014/main" id="{B148E3C5-1737-B6AF-FC93-36B309A08A33}"/>
              </a:ext>
            </a:extLst>
          </p:cNvPr>
          <p:cNvSpPr/>
          <p:nvPr/>
        </p:nvSpPr>
        <p:spPr>
          <a:xfrm>
            <a:off x="5901394" y="1581060"/>
            <a:ext cx="5831449" cy="775597"/>
          </a:xfrm>
          <a:prstGeom prst="roundRect">
            <a:avLst>
              <a:gd name="adj" fmla="val 7031"/>
            </a:avLst>
          </a:prstGeom>
          <a:solidFill>
            <a:srgbClr val="FBE7F3">
              <a:alpha val="50000"/>
            </a:srgbClr>
          </a:solidFill>
          <a:ln w="6350">
            <a:solidFill>
              <a:srgbClr val="D62293"/>
            </a:solidFill>
            <a:prstDash val="solid"/>
          </a:ln>
        </p:spPr>
        <p:txBody>
          <a:bodyPr anchor="ctr"/>
          <a:lstStyle/>
          <a:p>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42" name="Shape 13">
            <a:extLst>
              <a:ext uri="{FF2B5EF4-FFF2-40B4-BE49-F238E27FC236}">
                <a16:creationId xmlns:a16="http://schemas.microsoft.com/office/drawing/2014/main" id="{DA1D78CB-87BB-92A1-239D-6BB50D49D333}"/>
              </a:ext>
            </a:extLst>
          </p:cNvPr>
          <p:cNvSpPr/>
          <p:nvPr/>
        </p:nvSpPr>
        <p:spPr>
          <a:xfrm>
            <a:off x="5859177" y="3591418"/>
            <a:ext cx="5806440" cy="1170432"/>
          </a:xfrm>
          <a:prstGeom prst="roundRect">
            <a:avLst>
              <a:gd name="adj" fmla="val 7031"/>
            </a:avLst>
          </a:prstGeom>
          <a:solidFill>
            <a:schemeClr val="bg1">
              <a:lumMod val="95000"/>
              <a:alpha val="50000"/>
            </a:schemeClr>
          </a:solidFill>
          <a:ln w="6350">
            <a:solidFill>
              <a:schemeClr val="bg2"/>
            </a:solidFill>
            <a:prstDash val="solid"/>
          </a:ln>
        </p:spPr>
        <p:txBody>
          <a:bodyPr anchor="t"/>
          <a:lstStyle/>
          <a:p>
            <a:endParaRPr lang="en-US"/>
          </a:p>
        </p:txBody>
      </p:sp>
      <p:sp>
        <p:nvSpPr>
          <p:cNvPr id="43" name="Shape 14">
            <a:extLst>
              <a:ext uri="{FF2B5EF4-FFF2-40B4-BE49-F238E27FC236}">
                <a16:creationId xmlns:a16="http://schemas.microsoft.com/office/drawing/2014/main" id="{55A2B4B5-5735-5945-6262-2AAE47FCE720}"/>
              </a:ext>
            </a:extLst>
          </p:cNvPr>
          <p:cNvSpPr/>
          <p:nvPr/>
        </p:nvSpPr>
        <p:spPr>
          <a:xfrm>
            <a:off x="6151785" y="3901552"/>
            <a:ext cx="475488" cy="475488"/>
          </a:xfrm>
          <a:prstGeom prst="ellipse">
            <a:avLst/>
          </a:prstGeom>
          <a:solidFill>
            <a:srgbClr val="D62293"/>
          </a:solidFill>
          <a:ln w="12700">
            <a:noFill/>
            <a:prstDash val="solid"/>
          </a:ln>
        </p:spPr>
        <p:txBody>
          <a:bodyPr anchor="t"/>
          <a:lstStyle/>
          <a:p>
            <a:endParaRPr lang="en-US"/>
          </a:p>
        </p:txBody>
      </p:sp>
      <p:sp>
        <p:nvSpPr>
          <p:cNvPr id="48" name="Shape 18">
            <a:extLst>
              <a:ext uri="{FF2B5EF4-FFF2-40B4-BE49-F238E27FC236}">
                <a16:creationId xmlns:a16="http://schemas.microsoft.com/office/drawing/2014/main" id="{52FC07E9-24CA-B999-FD08-31AB0DA599A6}"/>
              </a:ext>
            </a:extLst>
          </p:cNvPr>
          <p:cNvSpPr/>
          <p:nvPr/>
        </p:nvSpPr>
        <p:spPr>
          <a:xfrm>
            <a:off x="6089306" y="5256702"/>
            <a:ext cx="475488" cy="475488"/>
          </a:xfrm>
          <a:prstGeom prst="ellipse">
            <a:avLst/>
          </a:prstGeom>
          <a:solidFill>
            <a:srgbClr val="D62293"/>
          </a:solidFill>
          <a:ln w="12700">
            <a:noFill/>
            <a:prstDash val="solid"/>
          </a:ln>
        </p:spPr>
        <p:txBody>
          <a:bodyPr anchor="t"/>
          <a:lstStyle/>
          <a:p>
            <a:endParaRPr lang="en-US"/>
          </a:p>
        </p:txBody>
      </p:sp>
      <p:sp>
        <p:nvSpPr>
          <p:cNvPr id="52" name="Subtitle 2">
            <a:extLst>
              <a:ext uri="{FF2B5EF4-FFF2-40B4-BE49-F238E27FC236}">
                <a16:creationId xmlns:a16="http://schemas.microsoft.com/office/drawing/2014/main" id="{C84A0626-7B05-E77A-43BA-93B93BC03BAE}"/>
              </a:ext>
            </a:extLst>
          </p:cNvPr>
          <p:cNvSpPr txBox="1">
            <a:spLocks/>
          </p:cNvSpPr>
          <p:nvPr/>
        </p:nvSpPr>
        <p:spPr>
          <a:xfrm>
            <a:off x="787161" y="3812553"/>
            <a:ext cx="3503264" cy="83099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53" name="Subtitle 2">
            <a:extLst>
              <a:ext uri="{FF2B5EF4-FFF2-40B4-BE49-F238E27FC236}">
                <a16:creationId xmlns:a16="http://schemas.microsoft.com/office/drawing/2014/main" id="{50C54640-8D89-21A2-8B58-FEE95B63473B}"/>
              </a:ext>
            </a:extLst>
          </p:cNvPr>
          <p:cNvSpPr txBox="1">
            <a:spLocks/>
          </p:cNvSpPr>
          <p:nvPr/>
        </p:nvSpPr>
        <p:spPr>
          <a:xfrm>
            <a:off x="787161" y="3574185"/>
            <a:ext cx="2456783"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rgbClr val="1E2A3E"/>
                </a:solidFill>
                <a:latin typeface="Poppins" pitchFamily="2" charset="77"/>
                <a:cs typeface="Poppins" pitchFamily="2" charset="77"/>
              </a:rPr>
              <a:t>Product Description</a:t>
            </a:r>
          </a:p>
        </p:txBody>
      </p:sp>
      <p:sp>
        <p:nvSpPr>
          <p:cNvPr id="55" name="Subtitle 2">
            <a:extLst>
              <a:ext uri="{FF2B5EF4-FFF2-40B4-BE49-F238E27FC236}">
                <a16:creationId xmlns:a16="http://schemas.microsoft.com/office/drawing/2014/main" id="{C2168A33-D88C-57C8-0C31-C15E925FD685}"/>
              </a:ext>
            </a:extLst>
          </p:cNvPr>
          <p:cNvSpPr txBox="1">
            <a:spLocks/>
          </p:cNvSpPr>
          <p:nvPr/>
        </p:nvSpPr>
        <p:spPr>
          <a:xfrm>
            <a:off x="787161" y="5137089"/>
            <a:ext cx="3503264" cy="83099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56" name="Subtitle 2">
            <a:extLst>
              <a:ext uri="{FF2B5EF4-FFF2-40B4-BE49-F238E27FC236}">
                <a16:creationId xmlns:a16="http://schemas.microsoft.com/office/drawing/2014/main" id="{122827E8-0571-B983-00EE-8B042F7895B5}"/>
              </a:ext>
            </a:extLst>
          </p:cNvPr>
          <p:cNvSpPr txBox="1">
            <a:spLocks/>
          </p:cNvSpPr>
          <p:nvPr/>
        </p:nvSpPr>
        <p:spPr>
          <a:xfrm>
            <a:off x="787161" y="4898721"/>
            <a:ext cx="2456783"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rgbClr val="1E2A3E"/>
                </a:solidFill>
                <a:latin typeface="Poppins" pitchFamily="2" charset="77"/>
                <a:cs typeface="Poppins" pitchFamily="2" charset="77"/>
              </a:rPr>
              <a:t>Product Description</a:t>
            </a:r>
          </a:p>
        </p:txBody>
      </p:sp>
      <p:sp>
        <p:nvSpPr>
          <p:cNvPr id="60" name="Subtitle 2">
            <a:extLst>
              <a:ext uri="{FF2B5EF4-FFF2-40B4-BE49-F238E27FC236}">
                <a16:creationId xmlns:a16="http://schemas.microsoft.com/office/drawing/2014/main" id="{70594016-4675-1FB9-9E22-AF21EE177071}"/>
              </a:ext>
            </a:extLst>
          </p:cNvPr>
          <p:cNvSpPr txBox="1">
            <a:spLocks/>
          </p:cNvSpPr>
          <p:nvPr/>
        </p:nvSpPr>
        <p:spPr>
          <a:xfrm>
            <a:off x="6791272" y="5054191"/>
            <a:ext cx="2456783"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rgbClr val="1E2A3E"/>
                </a:solidFill>
                <a:latin typeface="Poppins" pitchFamily="2" charset="77"/>
                <a:cs typeface="Poppins" pitchFamily="2" charset="77"/>
              </a:rPr>
              <a:t>Product Description</a:t>
            </a:r>
          </a:p>
        </p:txBody>
      </p:sp>
      <p:sp>
        <p:nvSpPr>
          <p:cNvPr id="61" name="Subtitle 2">
            <a:extLst>
              <a:ext uri="{FF2B5EF4-FFF2-40B4-BE49-F238E27FC236}">
                <a16:creationId xmlns:a16="http://schemas.microsoft.com/office/drawing/2014/main" id="{ED4F73BB-F03E-B1D0-B559-00FC3EC4CFF9}"/>
              </a:ext>
            </a:extLst>
          </p:cNvPr>
          <p:cNvSpPr txBox="1">
            <a:spLocks/>
          </p:cNvSpPr>
          <p:nvPr/>
        </p:nvSpPr>
        <p:spPr>
          <a:xfrm>
            <a:off x="6791272" y="5298921"/>
            <a:ext cx="4572000" cy="64633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63" name="Subtitle 2">
            <a:extLst>
              <a:ext uri="{FF2B5EF4-FFF2-40B4-BE49-F238E27FC236}">
                <a16:creationId xmlns:a16="http://schemas.microsoft.com/office/drawing/2014/main" id="{0C28CB1C-D40A-72DA-FDA5-11EDBE243922}"/>
              </a:ext>
            </a:extLst>
          </p:cNvPr>
          <p:cNvSpPr txBox="1">
            <a:spLocks/>
          </p:cNvSpPr>
          <p:nvPr/>
        </p:nvSpPr>
        <p:spPr>
          <a:xfrm>
            <a:off x="801472" y="2812319"/>
            <a:ext cx="2611216"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rgbClr val="D62293"/>
                </a:solidFill>
                <a:latin typeface="Poppins" pitchFamily="2" charset="77"/>
                <a:cs typeface="Poppins" pitchFamily="2" charset="77"/>
              </a:rPr>
              <a:t>SUBHEADER</a:t>
            </a:r>
            <a:endParaRPr lang="en-PL" sz="1800">
              <a:solidFill>
                <a:srgbClr val="D62293"/>
              </a:solidFill>
              <a:latin typeface="Poppins" pitchFamily="2" charset="77"/>
              <a:cs typeface="Poppins" pitchFamily="2" charset="77"/>
            </a:endParaRPr>
          </a:p>
        </p:txBody>
      </p:sp>
      <p:sp>
        <p:nvSpPr>
          <p:cNvPr id="79" name="Shape 9">
            <a:extLst>
              <a:ext uri="{FF2B5EF4-FFF2-40B4-BE49-F238E27FC236}">
                <a16:creationId xmlns:a16="http://schemas.microsoft.com/office/drawing/2014/main" id="{3CAEC6E0-6CE1-31AF-0479-2E458901AD8F}"/>
              </a:ext>
            </a:extLst>
          </p:cNvPr>
          <p:cNvSpPr/>
          <p:nvPr/>
        </p:nvSpPr>
        <p:spPr>
          <a:xfrm>
            <a:off x="5926412" y="571732"/>
            <a:ext cx="5806440" cy="775597"/>
          </a:xfrm>
          <a:prstGeom prst="roundRect">
            <a:avLst>
              <a:gd name="adj" fmla="val 0"/>
            </a:avLst>
          </a:prstGeom>
          <a:noFill/>
          <a:ln w="6350">
            <a:solidFill>
              <a:schemeClr val="bg1">
                <a:lumMod val="95000"/>
              </a:schemeClr>
            </a:solidFill>
            <a:prstDash val="solid"/>
          </a:ln>
        </p:spPr>
        <p:txBody>
          <a:bodyPr anchor="ctr"/>
          <a:lstStyle/>
          <a:p>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cxnSp>
        <p:nvCxnSpPr>
          <p:cNvPr id="68" name="Straight Connector 67">
            <a:extLst>
              <a:ext uri="{FF2B5EF4-FFF2-40B4-BE49-F238E27FC236}">
                <a16:creationId xmlns:a16="http://schemas.microsoft.com/office/drawing/2014/main" id="{5201866A-E322-E9EF-8922-7578EE35A81A}"/>
              </a:ext>
            </a:extLst>
          </p:cNvPr>
          <p:cNvCxnSpPr>
            <a:cxnSpLocks/>
          </p:cNvCxnSpPr>
          <p:nvPr/>
        </p:nvCxnSpPr>
        <p:spPr>
          <a:xfrm>
            <a:off x="5934505" y="571732"/>
            <a:ext cx="0" cy="775597"/>
          </a:xfrm>
          <a:prstGeom prst="line">
            <a:avLst/>
          </a:prstGeom>
          <a:ln w="25400">
            <a:solidFill>
              <a:srgbClr val="D62293"/>
            </a:solidFill>
          </a:ln>
        </p:spPr>
        <p:style>
          <a:lnRef idx="2">
            <a:schemeClr val="accent1"/>
          </a:lnRef>
          <a:fillRef idx="0">
            <a:schemeClr val="accent1"/>
          </a:fillRef>
          <a:effectRef idx="1">
            <a:schemeClr val="accent1"/>
          </a:effectRef>
          <a:fontRef idx="minor">
            <a:schemeClr val="tx1"/>
          </a:fontRef>
        </p:style>
      </p:cxnSp>
      <p:sp>
        <p:nvSpPr>
          <p:cNvPr id="81" name="Shape 9">
            <a:extLst>
              <a:ext uri="{FF2B5EF4-FFF2-40B4-BE49-F238E27FC236}">
                <a16:creationId xmlns:a16="http://schemas.microsoft.com/office/drawing/2014/main" id="{3ACB5A7E-DACB-31B2-D8A2-53C6CBD4DA45}"/>
              </a:ext>
            </a:extLst>
          </p:cNvPr>
          <p:cNvSpPr/>
          <p:nvPr/>
        </p:nvSpPr>
        <p:spPr>
          <a:xfrm>
            <a:off x="5901394" y="2542524"/>
            <a:ext cx="5831449" cy="775597"/>
          </a:xfrm>
          <a:prstGeom prst="roundRect">
            <a:avLst>
              <a:gd name="adj" fmla="val 7031"/>
            </a:avLst>
          </a:prstGeom>
          <a:solidFill>
            <a:srgbClr val="2C3495">
              <a:alpha val="5000"/>
            </a:srgbClr>
          </a:solidFill>
          <a:ln w="6350">
            <a:solidFill>
              <a:srgbClr val="2C3495"/>
            </a:solidFill>
            <a:prstDash val="solid"/>
          </a:ln>
        </p:spPr>
        <p:txBody>
          <a:bodyPr anchor="ctr"/>
          <a:lstStyle/>
          <a:p>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82" name="Subtitle 2">
            <a:extLst>
              <a:ext uri="{FF2B5EF4-FFF2-40B4-BE49-F238E27FC236}">
                <a16:creationId xmlns:a16="http://schemas.microsoft.com/office/drawing/2014/main" id="{43579F96-1B42-6D20-5016-BC0F5BEA8287}"/>
              </a:ext>
            </a:extLst>
          </p:cNvPr>
          <p:cNvSpPr txBox="1">
            <a:spLocks/>
          </p:cNvSpPr>
          <p:nvPr/>
        </p:nvSpPr>
        <p:spPr>
          <a:xfrm>
            <a:off x="6791272" y="3736379"/>
            <a:ext cx="2456783" cy="291618"/>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400">
                <a:solidFill>
                  <a:srgbClr val="1E2A3E"/>
                </a:solidFill>
                <a:latin typeface="Poppins" pitchFamily="2" charset="77"/>
                <a:cs typeface="Poppins" pitchFamily="2" charset="77"/>
              </a:rPr>
              <a:t>Product Description</a:t>
            </a:r>
          </a:p>
        </p:txBody>
      </p:sp>
      <p:sp>
        <p:nvSpPr>
          <p:cNvPr id="83" name="Subtitle 2">
            <a:extLst>
              <a:ext uri="{FF2B5EF4-FFF2-40B4-BE49-F238E27FC236}">
                <a16:creationId xmlns:a16="http://schemas.microsoft.com/office/drawing/2014/main" id="{3242676E-F885-E0F8-1171-1B492239ED5E}"/>
              </a:ext>
            </a:extLst>
          </p:cNvPr>
          <p:cNvSpPr txBox="1">
            <a:spLocks/>
          </p:cNvSpPr>
          <p:nvPr/>
        </p:nvSpPr>
        <p:spPr>
          <a:xfrm>
            <a:off x="6791272" y="3981109"/>
            <a:ext cx="4572000" cy="64633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84" name="Graphic 83">
            <a:extLst>
              <a:ext uri="{FF2B5EF4-FFF2-40B4-BE49-F238E27FC236}">
                <a16:creationId xmlns:a16="http://schemas.microsoft.com/office/drawing/2014/main" id="{35B90B89-7433-B3CE-9DE4-FFE6FEB9F7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75229" y="4024996"/>
            <a:ext cx="228600" cy="228600"/>
          </a:xfrm>
          <a:prstGeom prst="rect">
            <a:avLst/>
          </a:prstGeom>
        </p:spPr>
      </p:pic>
      <p:pic>
        <p:nvPicPr>
          <p:cNvPr id="85" name="Graphic 84">
            <a:extLst>
              <a:ext uri="{FF2B5EF4-FFF2-40B4-BE49-F238E27FC236}">
                <a16:creationId xmlns:a16="http://schemas.microsoft.com/office/drawing/2014/main" id="{C3DC40E8-37B2-6764-AACB-E8D7C33256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0925" y="5380146"/>
            <a:ext cx="228600" cy="228600"/>
          </a:xfrm>
          <a:prstGeom prst="rect">
            <a:avLst/>
          </a:prstGeom>
        </p:spPr>
      </p:pic>
    </p:spTree>
    <p:extLst>
      <p:ext uri="{BB962C8B-B14F-4D97-AF65-F5344CB8AC3E}">
        <p14:creationId xmlns:p14="http://schemas.microsoft.com/office/powerpoint/2010/main" val="789768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168B5-8A56-573F-BCA8-1028739163A2}"/>
            </a:ext>
          </a:extLst>
        </p:cNvPr>
        <p:cNvGrpSpPr/>
        <p:nvPr/>
      </p:nvGrpSpPr>
      <p:grpSpPr>
        <a:xfrm>
          <a:off x="0" y="0"/>
          <a:ext cx="0" cy="0"/>
          <a:chOff x="0" y="0"/>
          <a:chExt cx="0" cy="0"/>
        </a:xfrm>
      </p:grpSpPr>
      <p:sp>
        <p:nvSpPr>
          <p:cNvPr id="68" name="Shape 9">
            <a:extLst>
              <a:ext uri="{FF2B5EF4-FFF2-40B4-BE49-F238E27FC236}">
                <a16:creationId xmlns:a16="http://schemas.microsoft.com/office/drawing/2014/main" id="{AFAD2132-D84F-7652-00F1-E99EECD3BE7C}"/>
              </a:ext>
            </a:extLst>
          </p:cNvPr>
          <p:cNvSpPr/>
          <p:nvPr/>
        </p:nvSpPr>
        <p:spPr>
          <a:xfrm>
            <a:off x="6562394" y="4722693"/>
            <a:ext cx="2937070" cy="1059827"/>
          </a:xfrm>
          <a:prstGeom prst="roundRect">
            <a:avLst>
              <a:gd name="adj" fmla="val 7670"/>
            </a:avLst>
          </a:prstGeom>
          <a:solidFill>
            <a:srgbClr val="FCFAFF"/>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61" name="Shape 9">
            <a:extLst>
              <a:ext uri="{FF2B5EF4-FFF2-40B4-BE49-F238E27FC236}">
                <a16:creationId xmlns:a16="http://schemas.microsoft.com/office/drawing/2014/main" id="{6B3DD3CE-7BC7-C4EF-F831-8FB0AFDAAEC1}"/>
              </a:ext>
            </a:extLst>
          </p:cNvPr>
          <p:cNvSpPr/>
          <p:nvPr/>
        </p:nvSpPr>
        <p:spPr>
          <a:xfrm>
            <a:off x="6322770" y="2554287"/>
            <a:ext cx="3400214" cy="3526716"/>
          </a:xfrm>
          <a:prstGeom prst="roundRect">
            <a:avLst>
              <a:gd name="adj" fmla="val 2881"/>
            </a:avLst>
          </a:prstGeom>
          <a:no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65" name="Shape 9">
            <a:extLst>
              <a:ext uri="{FF2B5EF4-FFF2-40B4-BE49-F238E27FC236}">
                <a16:creationId xmlns:a16="http://schemas.microsoft.com/office/drawing/2014/main" id="{4C571F4D-B6B2-E31F-4419-CBEC219C4491}"/>
              </a:ext>
            </a:extLst>
          </p:cNvPr>
          <p:cNvSpPr/>
          <p:nvPr/>
        </p:nvSpPr>
        <p:spPr>
          <a:xfrm>
            <a:off x="6647251" y="2808748"/>
            <a:ext cx="260909" cy="263149"/>
          </a:xfrm>
          <a:prstGeom prst="roundRect">
            <a:avLst>
              <a:gd name="adj" fmla="val 7031"/>
            </a:avLst>
          </a:prstGeom>
          <a:solidFill>
            <a:srgbClr val="D62293"/>
          </a:solidFill>
          <a:ln w="8890">
            <a:no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 name="Title 1">
            <a:extLst>
              <a:ext uri="{FF2B5EF4-FFF2-40B4-BE49-F238E27FC236}">
                <a16:creationId xmlns:a16="http://schemas.microsoft.com/office/drawing/2014/main" id="{8A501CEF-94A9-F0C6-82FD-B1B829267B31}"/>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Resource Page</a:t>
            </a:r>
          </a:p>
        </p:txBody>
      </p:sp>
      <p:sp>
        <p:nvSpPr>
          <p:cNvPr id="10" name="Subtitle 2">
            <a:extLst>
              <a:ext uri="{FF2B5EF4-FFF2-40B4-BE49-F238E27FC236}">
                <a16:creationId xmlns:a16="http://schemas.microsoft.com/office/drawing/2014/main" id="{2DC03D3F-08AD-B523-185C-5D7068F1CD72}"/>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sp>
        <p:nvSpPr>
          <p:cNvPr id="8" name="Shape 9">
            <a:extLst>
              <a:ext uri="{FF2B5EF4-FFF2-40B4-BE49-F238E27FC236}">
                <a16:creationId xmlns:a16="http://schemas.microsoft.com/office/drawing/2014/main" id="{58FE9AB2-E06D-0393-72D5-9CCB86A1994A}"/>
              </a:ext>
            </a:extLst>
          </p:cNvPr>
          <p:cNvSpPr/>
          <p:nvPr/>
        </p:nvSpPr>
        <p:spPr>
          <a:xfrm>
            <a:off x="585757" y="2868633"/>
            <a:ext cx="4557743" cy="651460"/>
          </a:xfrm>
          <a:prstGeom prst="roundRect">
            <a:avLst>
              <a:gd name="adj" fmla="val 7031"/>
            </a:avLst>
          </a:prstGeom>
          <a:solidFill>
            <a:srgbClr val="FBE7F3">
              <a:alpha val="30000"/>
            </a:srgbClr>
          </a:solidFill>
          <a:ln w="635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1" name="TextBox 10">
            <a:extLst>
              <a:ext uri="{FF2B5EF4-FFF2-40B4-BE49-F238E27FC236}">
                <a16:creationId xmlns:a16="http://schemas.microsoft.com/office/drawing/2014/main" id="{027E16FC-32E6-AE5D-4A6B-B0AB4142690B}"/>
              </a:ext>
            </a:extLst>
          </p:cNvPr>
          <p:cNvSpPr txBox="1"/>
          <p:nvPr/>
        </p:nvSpPr>
        <p:spPr>
          <a:xfrm>
            <a:off x="1102665" y="3191523"/>
            <a:ext cx="3876114" cy="246221"/>
          </a:xfrm>
          <a:prstGeom prst="rect">
            <a:avLst/>
          </a:prstGeom>
          <a:noFill/>
        </p:spPr>
        <p:txBody>
          <a:bodyPr wrap="square">
            <a:spAutoFit/>
          </a:bodyPr>
          <a:lstStyle/>
          <a:p>
            <a:r>
              <a:rPr lang="en-PL" sz="1000">
                <a:solidFill>
                  <a:schemeClr val="tx1">
                    <a:lumMod val="75000"/>
                    <a:lumOff val="25000"/>
                  </a:schemeClr>
                </a:solidFill>
                <a:latin typeface="Inter" panose="02000503000000020004" pitchFamily="2" charset="0"/>
                <a:ea typeface="Inter" panose="02000503000000020004" pitchFamily="2" charset="0"/>
              </a:rPr>
              <a:t>LOWEST RTO FASTEST RPO</a:t>
            </a:r>
            <a:endParaRPr lang="en-PL" sz="1000">
              <a:solidFill>
                <a:schemeClr val="tx1">
                  <a:lumMod val="75000"/>
                  <a:lumOff val="25000"/>
                </a:schemeClr>
              </a:solidFill>
              <a:latin typeface="Inter" panose="02000503000000020004" pitchFamily="2" charset="0"/>
              <a:ea typeface="Inter" panose="02000503000000020004" pitchFamily="2" charset="0"/>
              <a:cs typeface="Poppins" pitchFamily="2" charset="77"/>
            </a:endParaRPr>
          </a:p>
        </p:txBody>
      </p:sp>
      <p:sp>
        <p:nvSpPr>
          <p:cNvPr id="12" name="Subtitle 2">
            <a:extLst>
              <a:ext uri="{FF2B5EF4-FFF2-40B4-BE49-F238E27FC236}">
                <a16:creationId xmlns:a16="http://schemas.microsoft.com/office/drawing/2014/main" id="{638399F8-4722-2999-B407-ADE02FA2872E}"/>
              </a:ext>
            </a:extLst>
          </p:cNvPr>
          <p:cNvSpPr txBox="1">
            <a:spLocks/>
          </p:cNvSpPr>
          <p:nvPr/>
        </p:nvSpPr>
        <p:spPr>
          <a:xfrm>
            <a:off x="1102665" y="2963231"/>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rgbClr val="D62293"/>
                </a:solidFill>
                <a:latin typeface="Poppins" pitchFamily="2" charset="77"/>
                <a:cs typeface="Poppins" pitchFamily="2" charset="77"/>
              </a:rPr>
              <a:t>Storage Proven</a:t>
            </a:r>
            <a:endParaRPr lang="en-PL" sz="1600">
              <a:solidFill>
                <a:srgbClr val="D62293"/>
              </a:solidFill>
              <a:latin typeface="Poppins" pitchFamily="2" charset="77"/>
              <a:cs typeface="Poppins" pitchFamily="2" charset="77"/>
            </a:endParaRPr>
          </a:p>
        </p:txBody>
      </p:sp>
      <p:pic>
        <p:nvPicPr>
          <p:cNvPr id="13" name="Graphic 12">
            <a:extLst>
              <a:ext uri="{FF2B5EF4-FFF2-40B4-BE49-F238E27FC236}">
                <a16:creationId xmlns:a16="http://schemas.microsoft.com/office/drawing/2014/main" id="{EDBB5C71-F9B7-39CE-ABDE-96DB38A94E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9911" y="3093728"/>
            <a:ext cx="228600" cy="228600"/>
          </a:xfrm>
          <a:prstGeom prst="rect">
            <a:avLst/>
          </a:prstGeom>
        </p:spPr>
      </p:pic>
      <p:sp>
        <p:nvSpPr>
          <p:cNvPr id="18" name="Subtitle 2">
            <a:extLst>
              <a:ext uri="{FF2B5EF4-FFF2-40B4-BE49-F238E27FC236}">
                <a16:creationId xmlns:a16="http://schemas.microsoft.com/office/drawing/2014/main" id="{0AA93C87-D437-9927-FCC0-2C6CC625CEFB}"/>
              </a:ext>
            </a:extLst>
          </p:cNvPr>
          <p:cNvSpPr txBox="1">
            <a:spLocks/>
          </p:cNvSpPr>
          <p:nvPr/>
        </p:nvSpPr>
        <p:spPr>
          <a:xfrm>
            <a:off x="585757" y="2485812"/>
            <a:ext cx="2611216"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bg1">
                    <a:lumMod val="50000"/>
                  </a:schemeClr>
                </a:solidFill>
                <a:latin typeface="Poppins" pitchFamily="2" charset="77"/>
                <a:cs typeface="Poppins" pitchFamily="2" charset="77"/>
              </a:rPr>
              <a:t>SUBHEADER</a:t>
            </a:r>
            <a:endParaRPr lang="en-PL" sz="1800">
              <a:solidFill>
                <a:schemeClr val="bg1">
                  <a:lumMod val="50000"/>
                </a:schemeClr>
              </a:solidFill>
              <a:latin typeface="Poppins" pitchFamily="2" charset="77"/>
              <a:cs typeface="Poppins" pitchFamily="2" charset="77"/>
            </a:endParaRPr>
          </a:p>
        </p:txBody>
      </p:sp>
      <p:sp>
        <p:nvSpPr>
          <p:cNvPr id="23" name="Shape 9">
            <a:extLst>
              <a:ext uri="{FF2B5EF4-FFF2-40B4-BE49-F238E27FC236}">
                <a16:creationId xmlns:a16="http://schemas.microsoft.com/office/drawing/2014/main" id="{CA034601-E307-D580-8F6C-163FD331B655}"/>
              </a:ext>
            </a:extLst>
          </p:cNvPr>
          <p:cNvSpPr/>
          <p:nvPr/>
        </p:nvSpPr>
        <p:spPr>
          <a:xfrm>
            <a:off x="585757" y="3593380"/>
            <a:ext cx="4557743" cy="651460"/>
          </a:xfrm>
          <a:prstGeom prst="roundRect">
            <a:avLst>
              <a:gd name="adj" fmla="val 7031"/>
            </a:avLst>
          </a:prstGeom>
          <a:solidFill>
            <a:srgbClr val="FBE7F3">
              <a:alpha val="30000"/>
            </a:srgbClr>
          </a:solidFill>
          <a:ln w="635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4" name="TextBox 23">
            <a:extLst>
              <a:ext uri="{FF2B5EF4-FFF2-40B4-BE49-F238E27FC236}">
                <a16:creationId xmlns:a16="http://schemas.microsoft.com/office/drawing/2014/main" id="{E2995C66-58FC-4D43-85A7-9A5BADED41B4}"/>
              </a:ext>
            </a:extLst>
          </p:cNvPr>
          <p:cNvSpPr txBox="1"/>
          <p:nvPr/>
        </p:nvSpPr>
        <p:spPr>
          <a:xfrm>
            <a:off x="1102665" y="3916270"/>
            <a:ext cx="3876114" cy="246221"/>
          </a:xfrm>
          <a:prstGeom prst="rect">
            <a:avLst/>
          </a:prstGeom>
          <a:noFill/>
        </p:spPr>
        <p:txBody>
          <a:bodyPr wrap="square">
            <a:spAutoFit/>
          </a:bodyPr>
          <a:lstStyle/>
          <a:p>
            <a:r>
              <a:rPr lang="en-PL" sz="1000">
                <a:solidFill>
                  <a:schemeClr val="tx1">
                    <a:lumMod val="75000"/>
                    <a:lumOff val="25000"/>
                  </a:schemeClr>
                </a:solidFill>
                <a:latin typeface="Inter" panose="02000503000000020004" pitchFamily="2" charset="0"/>
                <a:ea typeface="Inter" panose="02000503000000020004" pitchFamily="2" charset="0"/>
              </a:rPr>
              <a:t>LOWEST RTO FASTEST RPO</a:t>
            </a:r>
            <a:endParaRPr lang="en-PL" sz="1000">
              <a:solidFill>
                <a:schemeClr val="tx1">
                  <a:lumMod val="75000"/>
                  <a:lumOff val="25000"/>
                </a:schemeClr>
              </a:solidFill>
              <a:latin typeface="Inter" panose="02000503000000020004" pitchFamily="2" charset="0"/>
              <a:ea typeface="Inter" panose="02000503000000020004" pitchFamily="2" charset="0"/>
              <a:cs typeface="Poppins" pitchFamily="2" charset="77"/>
            </a:endParaRPr>
          </a:p>
        </p:txBody>
      </p:sp>
      <p:sp>
        <p:nvSpPr>
          <p:cNvPr id="25" name="Subtitle 2">
            <a:extLst>
              <a:ext uri="{FF2B5EF4-FFF2-40B4-BE49-F238E27FC236}">
                <a16:creationId xmlns:a16="http://schemas.microsoft.com/office/drawing/2014/main" id="{558FD617-8D43-64DE-DBEC-DD11845896D5}"/>
              </a:ext>
            </a:extLst>
          </p:cNvPr>
          <p:cNvSpPr txBox="1">
            <a:spLocks/>
          </p:cNvSpPr>
          <p:nvPr/>
        </p:nvSpPr>
        <p:spPr>
          <a:xfrm>
            <a:off x="1102665" y="3687978"/>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rgbClr val="D62293"/>
                </a:solidFill>
                <a:latin typeface="Poppins" pitchFamily="2" charset="77"/>
                <a:cs typeface="Poppins" pitchFamily="2" charset="77"/>
              </a:rPr>
              <a:t>Storage Proven</a:t>
            </a:r>
            <a:endParaRPr lang="en-PL" sz="1600">
              <a:solidFill>
                <a:srgbClr val="D62293"/>
              </a:solidFill>
              <a:latin typeface="Poppins" pitchFamily="2" charset="77"/>
              <a:cs typeface="Poppins" pitchFamily="2" charset="77"/>
            </a:endParaRPr>
          </a:p>
        </p:txBody>
      </p:sp>
      <p:sp>
        <p:nvSpPr>
          <p:cNvPr id="31" name="Shape 9">
            <a:extLst>
              <a:ext uri="{FF2B5EF4-FFF2-40B4-BE49-F238E27FC236}">
                <a16:creationId xmlns:a16="http://schemas.microsoft.com/office/drawing/2014/main" id="{104DD0CD-22CB-3B07-BC5C-3657FA9270EC}"/>
              </a:ext>
            </a:extLst>
          </p:cNvPr>
          <p:cNvSpPr/>
          <p:nvPr/>
        </p:nvSpPr>
        <p:spPr>
          <a:xfrm>
            <a:off x="585757" y="4318126"/>
            <a:ext cx="4557743" cy="651460"/>
          </a:xfrm>
          <a:prstGeom prst="roundRect">
            <a:avLst>
              <a:gd name="adj" fmla="val 7031"/>
            </a:avLst>
          </a:prstGeom>
          <a:solidFill>
            <a:srgbClr val="FBE7F3">
              <a:alpha val="29804"/>
            </a:srgbClr>
          </a:solidFill>
          <a:ln w="635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2" name="TextBox 31">
            <a:extLst>
              <a:ext uri="{FF2B5EF4-FFF2-40B4-BE49-F238E27FC236}">
                <a16:creationId xmlns:a16="http://schemas.microsoft.com/office/drawing/2014/main" id="{FD7CE0C8-D488-4BE4-E6EC-DF0CF7A03711}"/>
              </a:ext>
            </a:extLst>
          </p:cNvPr>
          <p:cNvSpPr txBox="1"/>
          <p:nvPr/>
        </p:nvSpPr>
        <p:spPr>
          <a:xfrm>
            <a:off x="1102665" y="4641016"/>
            <a:ext cx="3876114" cy="246221"/>
          </a:xfrm>
          <a:prstGeom prst="rect">
            <a:avLst/>
          </a:prstGeom>
          <a:noFill/>
        </p:spPr>
        <p:txBody>
          <a:bodyPr wrap="square">
            <a:spAutoFit/>
          </a:bodyPr>
          <a:lstStyle/>
          <a:p>
            <a:r>
              <a:rPr lang="en-PL" sz="1000">
                <a:solidFill>
                  <a:schemeClr val="tx1">
                    <a:lumMod val="75000"/>
                    <a:lumOff val="25000"/>
                  </a:schemeClr>
                </a:solidFill>
                <a:latin typeface="Inter" panose="02000503000000020004" pitchFamily="2" charset="0"/>
                <a:ea typeface="Inter" panose="02000503000000020004" pitchFamily="2" charset="0"/>
              </a:rPr>
              <a:t>LOWEST RTO FASTEST RPO</a:t>
            </a:r>
            <a:endParaRPr lang="en-PL" sz="1000">
              <a:solidFill>
                <a:schemeClr val="tx1">
                  <a:lumMod val="75000"/>
                  <a:lumOff val="25000"/>
                </a:schemeClr>
              </a:solidFill>
              <a:latin typeface="Inter" panose="02000503000000020004" pitchFamily="2" charset="0"/>
              <a:ea typeface="Inter" panose="02000503000000020004" pitchFamily="2" charset="0"/>
              <a:cs typeface="Poppins" pitchFamily="2" charset="77"/>
            </a:endParaRPr>
          </a:p>
        </p:txBody>
      </p:sp>
      <p:sp>
        <p:nvSpPr>
          <p:cNvPr id="33" name="Subtitle 2">
            <a:extLst>
              <a:ext uri="{FF2B5EF4-FFF2-40B4-BE49-F238E27FC236}">
                <a16:creationId xmlns:a16="http://schemas.microsoft.com/office/drawing/2014/main" id="{2CC690DB-3241-34ED-E9DA-9522BEFF88FE}"/>
              </a:ext>
            </a:extLst>
          </p:cNvPr>
          <p:cNvSpPr txBox="1">
            <a:spLocks/>
          </p:cNvSpPr>
          <p:nvPr/>
        </p:nvSpPr>
        <p:spPr>
          <a:xfrm>
            <a:off x="1102665" y="4412724"/>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rgbClr val="D62293"/>
                </a:solidFill>
                <a:latin typeface="Poppins" pitchFamily="2" charset="77"/>
                <a:cs typeface="Poppins" pitchFamily="2" charset="77"/>
              </a:rPr>
              <a:t>Storage Proven</a:t>
            </a:r>
            <a:endParaRPr lang="en-PL" sz="1600">
              <a:solidFill>
                <a:srgbClr val="D62293"/>
              </a:solidFill>
              <a:latin typeface="Poppins" pitchFamily="2" charset="77"/>
              <a:cs typeface="Poppins" pitchFamily="2" charset="77"/>
            </a:endParaRPr>
          </a:p>
        </p:txBody>
      </p:sp>
      <p:pic>
        <p:nvPicPr>
          <p:cNvPr id="53" name="Graphic 52">
            <a:extLst>
              <a:ext uri="{FF2B5EF4-FFF2-40B4-BE49-F238E27FC236}">
                <a16:creationId xmlns:a16="http://schemas.microsoft.com/office/drawing/2014/main" id="{4A8FB8C5-138B-2D3A-9D01-0E194D8A5F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9911" y="3822592"/>
            <a:ext cx="228600" cy="228600"/>
          </a:xfrm>
          <a:prstGeom prst="rect">
            <a:avLst/>
          </a:prstGeom>
        </p:spPr>
      </p:pic>
      <p:pic>
        <p:nvPicPr>
          <p:cNvPr id="54" name="Graphic 53">
            <a:extLst>
              <a:ext uri="{FF2B5EF4-FFF2-40B4-BE49-F238E27FC236}">
                <a16:creationId xmlns:a16="http://schemas.microsoft.com/office/drawing/2014/main" id="{C0A692B9-31E3-435F-BF0D-948EF07A1C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9911" y="4526716"/>
            <a:ext cx="228600" cy="228600"/>
          </a:xfrm>
          <a:prstGeom prst="rect">
            <a:avLst/>
          </a:prstGeom>
        </p:spPr>
      </p:pic>
      <p:sp>
        <p:nvSpPr>
          <p:cNvPr id="55" name="Shape 9">
            <a:extLst>
              <a:ext uri="{FF2B5EF4-FFF2-40B4-BE49-F238E27FC236}">
                <a16:creationId xmlns:a16="http://schemas.microsoft.com/office/drawing/2014/main" id="{E0586B3C-D7EA-32B1-ACCF-7F93BC8E46C9}"/>
              </a:ext>
            </a:extLst>
          </p:cNvPr>
          <p:cNvSpPr/>
          <p:nvPr/>
        </p:nvSpPr>
        <p:spPr>
          <a:xfrm>
            <a:off x="6322770" y="969327"/>
            <a:ext cx="4557743" cy="1250875"/>
          </a:xfrm>
          <a:prstGeom prst="roundRect">
            <a:avLst>
              <a:gd name="adj" fmla="val 7031"/>
            </a:avLst>
          </a:prstGeom>
          <a:solidFill>
            <a:srgbClr val="FCFAFF"/>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56" name="TextBox 55">
            <a:extLst>
              <a:ext uri="{FF2B5EF4-FFF2-40B4-BE49-F238E27FC236}">
                <a16:creationId xmlns:a16="http://schemas.microsoft.com/office/drawing/2014/main" id="{1B813FFE-3822-C7BA-83BD-A63FE1B5B319}"/>
              </a:ext>
            </a:extLst>
          </p:cNvPr>
          <p:cNvSpPr txBox="1"/>
          <p:nvPr/>
        </p:nvSpPr>
        <p:spPr>
          <a:xfrm>
            <a:off x="6839678" y="1336626"/>
            <a:ext cx="3876114" cy="757772"/>
          </a:xfrm>
          <a:prstGeom prst="rect">
            <a:avLst/>
          </a:prstGeom>
          <a:noFill/>
        </p:spPr>
        <p:txBody>
          <a:bodyPr wrap="square">
            <a:spAutoFit/>
          </a:bodyPr>
          <a:lstStyle/>
          <a:p>
            <a:pPr>
              <a:lnSpc>
                <a:spcPct val="150000"/>
              </a:lnSpc>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57" name="Subtitle 2">
            <a:extLst>
              <a:ext uri="{FF2B5EF4-FFF2-40B4-BE49-F238E27FC236}">
                <a16:creationId xmlns:a16="http://schemas.microsoft.com/office/drawing/2014/main" id="{D7F90474-DAE7-0820-6021-6CDD78CDC47F}"/>
              </a:ext>
            </a:extLst>
          </p:cNvPr>
          <p:cNvSpPr txBox="1">
            <a:spLocks/>
          </p:cNvSpPr>
          <p:nvPr/>
        </p:nvSpPr>
        <p:spPr>
          <a:xfrm>
            <a:off x="6839678" y="1125320"/>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pic>
        <p:nvPicPr>
          <p:cNvPr id="58" name="Graphic 57">
            <a:extLst>
              <a:ext uri="{FF2B5EF4-FFF2-40B4-BE49-F238E27FC236}">
                <a16:creationId xmlns:a16="http://schemas.microsoft.com/office/drawing/2014/main" id="{3A577818-FE50-7C82-C458-161C31A737F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9860" y="1145634"/>
            <a:ext cx="228600" cy="228600"/>
          </a:xfrm>
          <a:prstGeom prst="rect">
            <a:avLst/>
          </a:prstGeom>
        </p:spPr>
      </p:pic>
      <p:sp>
        <p:nvSpPr>
          <p:cNvPr id="59" name="Subtitle 2">
            <a:extLst>
              <a:ext uri="{FF2B5EF4-FFF2-40B4-BE49-F238E27FC236}">
                <a16:creationId xmlns:a16="http://schemas.microsoft.com/office/drawing/2014/main" id="{9C501EC4-52A1-B426-FEC0-578B62B972A1}"/>
              </a:ext>
            </a:extLst>
          </p:cNvPr>
          <p:cNvSpPr txBox="1">
            <a:spLocks/>
          </p:cNvSpPr>
          <p:nvPr/>
        </p:nvSpPr>
        <p:spPr>
          <a:xfrm>
            <a:off x="6322770" y="586507"/>
            <a:ext cx="2611216"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bg1">
                    <a:lumMod val="50000"/>
                  </a:schemeClr>
                </a:solidFill>
                <a:latin typeface="Poppins" pitchFamily="2" charset="77"/>
                <a:cs typeface="Poppins" pitchFamily="2" charset="77"/>
              </a:rPr>
              <a:t>SUBHEADER</a:t>
            </a:r>
            <a:endParaRPr lang="en-PL" sz="1800">
              <a:solidFill>
                <a:schemeClr val="bg1">
                  <a:lumMod val="50000"/>
                </a:schemeClr>
              </a:solidFill>
              <a:latin typeface="Poppins" pitchFamily="2" charset="77"/>
              <a:cs typeface="Poppins" pitchFamily="2" charset="77"/>
            </a:endParaRPr>
          </a:p>
        </p:txBody>
      </p:sp>
      <p:sp>
        <p:nvSpPr>
          <p:cNvPr id="60" name="Shape 9">
            <a:extLst>
              <a:ext uri="{FF2B5EF4-FFF2-40B4-BE49-F238E27FC236}">
                <a16:creationId xmlns:a16="http://schemas.microsoft.com/office/drawing/2014/main" id="{87F6C1F2-7E2B-DD40-ECA5-B78A45BE4CD0}"/>
              </a:ext>
            </a:extLst>
          </p:cNvPr>
          <p:cNvSpPr/>
          <p:nvPr/>
        </p:nvSpPr>
        <p:spPr>
          <a:xfrm>
            <a:off x="6506418" y="1128360"/>
            <a:ext cx="260909" cy="263149"/>
          </a:xfrm>
          <a:prstGeom prst="roundRect">
            <a:avLst>
              <a:gd name="adj" fmla="val 7031"/>
            </a:avLst>
          </a:prstGeom>
          <a:no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62" name="TextBox 61">
            <a:extLst>
              <a:ext uri="{FF2B5EF4-FFF2-40B4-BE49-F238E27FC236}">
                <a16:creationId xmlns:a16="http://schemas.microsoft.com/office/drawing/2014/main" id="{1AC13E6E-0D14-5890-2B6C-645F8C7E80A6}"/>
              </a:ext>
            </a:extLst>
          </p:cNvPr>
          <p:cNvSpPr txBox="1"/>
          <p:nvPr/>
        </p:nvSpPr>
        <p:spPr>
          <a:xfrm>
            <a:off x="6562394" y="3550390"/>
            <a:ext cx="2876110" cy="988604"/>
          </a:xfrm>
          <a:prstGeom prst="rect">
            <a:avLst/>
          </a:prstGeom>
          <a:noFill/>
        </p:spPr>
        <p:txBody>
          <a:bodyPr wrap="square">
            <a:spAutoFit/>
          </a:bodyPr>
          <a:lstStyle/>
          <a:p>
            <a:pPr>
              <a:lnSpc>
                <a:spcPct val="150000"/>
              </a:lnSpc>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63" name="Subtitle 2">
            <a:extLst>
              <a:ext uri="{FF2B5EF4-FFF2-40B4-BE49-F238E27FC236}">
                <a16:creationId xmlns:a16="http://schemas.microsoft.com/office/drawing/2014/main" id="{A8031AC2-C56D-D29F-6CED-222BA0BAAF37}"/>
              </a:ext>
            </a:extLst>
          </p:cNvPr>
          <p:cNvSpPr txBox="1">
            <a:spLocks/>
          </p:cNvSpPr>
          <p:nvPr/>
        </p:nvSpPr>
        <p:spPr>
          <a:xfrm>
            <a:off x="6562394" y="3260054"/>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pic>
        <p:nvPicPr>
          <p:cNvPr id="64" name="Graphic 63">
            <a:extLst>
              <a:ext uri="{FF2B5EF4-FFF2-40B4-BE49-F238E27FC236}">
                <a16:creationId xmlns:a16="http://schemas.microsoft.com/office/drawing/2014/main" id="{69C570FC-D4CB-E597-5136-3C1E67F49A4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63405" y="2826022"/>
            <a:ext cx="228600" cy="228600"/>
          </a:xfrm>
          <a:prstGeom prst="rect">
            <a:avLst/>
          </a:prstGeom>
        </p:spPr>
      </p:pic>
      <p:sp>
        <p:nvSpPr>
          <p:cNvPr id="66" name="TextBox 65">
            <a:extLst>
              <a:ext uri="{FF2B5EF4-FFF2-40B4-BE49-F238E27FC236}">
                <a16:creationId xmlns:a16="http://schemas.microsoft.com/office/drawing/2014/main" id="{7A8BCCA4-7462-F559-74E6-38AE64F2754A}"/>
              </a:ext>
            </a:extLst>
          </p:cNvPr>
          <p:cNvSpPr txBox="1"/>
          <p:nvPr/>
        </p:nvSpPr>
        <p:spPr>
          <a:xfrm>
            <a:off x="6631841" y="4882260"/>
            <a:ext cx="1945335" cy="230832"/>
          </a:xfrm>
          <a:prstGeom prst="rect">
            <a:avLst/>
          </a:prstGeom>
          <a:noFill/>
        </p:spPr>
        <p:txBody>
          <a:bodyPr wrap="square">
            <a:spAutoFit/>
          </a:bodyPr>
          <a:lstStyle/>
          <a:p>
            <a:r>
              <a:rPr lang="en-PL" sz="900">
                <a:solidFill>
                  <a:srgbClr val="D62293"/>
                </a:solidFill>
                <a:latin typeface="Inter" panose="02000503000000020004" pitchFamily="2" charset="0"/>
                <a:ea typeface="Inter" panose="02000503000000020004" pitchFamily="2" charset="0"/>
              </a:rPr>
              <a:t>ANOTHER HEADER</a:t>
            </a:r>
            <a:endParaRPr lang="en-PL" sz="900">
              <a:solidFill>
                <a:srgbClr val="D62293"/>
              </a:solidFill>
              <a:latin typeface="Inter" panose="02000503000000020004" pitchFamily="2" charset="0"/>
              <a:ea typeface="Inter" panose="02000503000000020004" pitchFamily="2" charset="0"/>
              <a:cs typeface="Poppins" pitchFamily="2" charset="77"/>
            </a:endParaRPr>
          </a:p>
        </p:txBody>
      </p:sp>
      <p:sp>
        <p:nvSpPr>
          <p:cNvPr id="67" name="TextBox 66">
            <a:extLst>
              <a:ext uri="{FF2B5EF4-FFF2-40B4-BE49-F238E27FC236}">
                <a16:creationId xmlns:a16="http://schemas.microsoft.com/office/drawing/2014/main" id="{679204BE-D77D-18D6-4B1B-E5FC835653F7}"/>
              </a:ext>
            </a:extLst>
          </p:cNvPr>
          <p:cNvSpPr txBox="1"/>
          <p:nvPr/>
        </p:nvSpPr>
        <p:spPr>
          <a:xfrm>
            <a:off x="6607250" y="5113092"/>
            <a:ext cx="2831254" cy="461665"/>
          </a:xfrm>
          <a:prstGeom prst="rect">
            <a:avLst/>
          </a:prstGeom>
          <a:noFill/>
        </p:spPr>
        <p:txBody>
          <a:bodyPr wrap="square">
            <a:spAutoFit/>
          </a:bodyPr>
          <a:lstStyle/>
          <a:p>
            <a:r>
              <a:rPr lang="en-PL" sz="8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69" name="Graphic 68">
            <a:extLst>
              <a:ext uri="{FF2B5EF4-FFF2-40B4-BE49-F238E27FC236}">
                <a16:creationId xmlns:a16="http://schemas.microsoft.com/office/drawing/2014/main" id="{247BB367-5FB7-5DE5-9541-D9AD4A3684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270864" y="2789462"/>
            <a:ext cx="228600" cy="228600"/>
          </a:xfrm>
          <a:prstGeom prst="rect">
            <a:avLst/>
          </a:prstGeom>
        </p:spPr>
      </p:pic>
      <p:sp>
        <p:nvSpPr>
          <p:cNvPr id="71" name="Rounded Rectangle 70">
            <a:extLst>
              <a:ext uri="{FF2B5EF4-FFF2-40B4-BE49-F238E27FC236}">
                <a16:creationId xmlns:a16="http://schemas.microsoft.com/office/drawing/2014/main" id="{F631F08B-5E62-3588-932F-E4FFA5D04B48}"/>
              </a:ext>
            </a:extLst>
          </p:cNvPr>
          <p:cNvSpPr/>
          <p:nvPr/>
        </p:nvSpPr>
        <p:spPr>
          <a:xfrm>
            <a:off x="585757" y="5245968"/>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sp>
        <p:nvSpPr>
          <p:cNvPr id="72" name="Oval 71">
            <a:extLst>
              <a:ext uri="{FF2B5EF4-FFF2-40B4-BE49-F238E27FC236}">
                <a16:creationId xmlns:a16="http://schemas.microsoft.com/office/drawing/2014/main" id="{89E06571-00EE-95E6-A4CA-66EFBE8B392E}"/>
              </a:ext>
            </a:extLst>
          </p:cNvPr>
          <p:cNvSpPr/>
          <p:nvPr/>
        </p:nvSpPr>
        <p:spPr>
          <a:xfrm>
            <a:off x="700903" y="5344738"/>
            <a:ext cx="67733" cy="67733"/>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73" name="Rounded Rectangle 72">
            <a:extLst>
              <a:ext uri="{FF2B5EF4-FFF2-40B4-BE49-F238E27FC236}">
                <a16:creationId xmlns:a16="http://schemas.microsoft.com/office/drawing/2014/main" id="{D48A2F0C-F245-FF12-BF4E-F869666C064A}"/>
              </a:ext>
            </a:extLst>
          </p:cNvPr>
          <p:cNvSpPr/>
          <p:nvPr/>
        </p:nvSpPr>
        <p:spPr>
          <a:xfrm>
            <a:off x="585757" y="5610013"/>
            <a:ext cx="1239519"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rgbClr val="222328"/>
                </a:solidFill>
                <a:latin typeface="Inter" panose="02000503000000020004" pitchFamily="2" charset="0"/>
                <a:ea typeface="Inter" panose="02000503000000020004" pitchFamily="2" charset="0"/>
              </a:rPr>
              <a:t>Primary Cluster</a:t>
            </a:r>
            <a:endParaRPr lang="en-PL" sz="1000">
              <a:solidFill>
                <a:srgbClr val="222328"/>
              </a:solidFill>
              <a:latin typeface="Inter" panose="02000503000000020004" pitchFamily="2" charset="0"/>
              <a:ea typeface="Inter" panose="02000503000000020004" pitchFamily="2" charset="0"/>
            </a:endParaRPr>
          </a:p>
        </p:txBody>
      </p:sp>
      <p:sp>
        <p:nvSpPr>
          <p:cNvPr id="74" name="Rounded Rectangle 73">
            <a:extLst>
              <a:ext uri="{FF2B5EF4-FFF2-40B4-BE49-F238E27FC236}">
                <a16:creationId xmlns:a16="http://schemas.microsoft.com/office/drawing/2014/main" id="{1A05164A-F32F-B16B-5E4E-FE33BBB02007}"/>
              </a:ext>
            </a:extLst>
          </p:cNvPr>
          <p:cNvSpPr/>
          <p:nvPr/>
        </p:nvSpPr>
        <p:spPr>
          <a:xfrm>
            <a:off x="585757" y="5974058"/>
            <a:ext cx="1239519" cy="265275"/>
          </a:xfrm>
          <a:prstGeom prst="roundRect">
            <a:avLst>
              <a:gd name="adj" fmla="val 18675"/>
            </a:avLst>
          </a:prstGeom>
          <a:solidFill>
            <a:srgbClr val="D62293"/>
          </a:solidFill>
          <a:ln w="635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chemeClr val="bg1"/>
                </a:solidFill>
                <a:latin typeface="Inter" panose="02000503000000020004" pitchFamily="2" charset="0"/>
                <a:ea typeface="Inter" panose="02000503000000020004" pitchFamily="2" charset="0"/>
              </a:rPr>
              <a:t>Primary Cluster</a:t>
            </a:r>
            <a:endParaRPr lang="en-PL" sz="1000">
              <a:solidFill>
                <a:schemeClr val="bg1"/>
              </a:solidFill>
              <a:latin typeface="Inter" panose="02000503000000020004" pitchFamily="2" charset="0"/>
              <a:ea typeface="Inter" panose="02000503000000020004" pitchFamily="2" charset="0"/>
            </a:endParaRPr>
          </a:p>
        </p:txBody>
      </p:sp>
      <p:pic>
        <p:nvPicPr>
          <p:cNvPr id="75" name="Graphic 74">
            <a:extLst>
              <a:ext uri="{FF2B5EF4-FFF2-40B4-BE49-F238E27FC236}">
                <a16:creationId xmlns:a16="http://schemas.microsoft.com/office/drawing/2014/main" id="{C575FF3D-DFB2-535C-5823-EED1A112D75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39412" y="5732842"/>
            <a:ext cx="228600" cy="228600"/>
          </a:xfrm>
          <a:prstGeom prst="rect">
            <a:avLst/>
          </a:prstGeom>
        </p:spPr>
      </p:pic>
      <p:sp>
        <p:nvSpPr>
          <p:cNvPr id="76" name="Shape 9">
            <a:extLst>
              <a:ext uri="{FF2B5EF4-FFF2-40B4-BE49-F238E27FC236}">
                <a16:creationId xmlns:a16="http://schemas.microsoft.com/office/drawing/2014/main" id="{69ADEE4E-1C3A-FF7C-FDDC-9D15DA817C30}"/>
              </a:ext>
            </a:extLst>
          </p:cNvPr>
          <p:cNvSpPr/>
          <p:nvPr/>
        </p:nvSpPr>
        <p:spPr>
          <a:xfrm>
            <a:off x="3125970" y="5715568"/>
            <a:ext cx="260909" cy="263149"/>
          </a:xfrm>
          <a:prstGeom prst="roundRect">
            <a:avLst>
              <a:gd name="adj" fmla="val 7031"/>
            </a:avLst>
          </a:prstGeom>
          <a:no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77" name="Shape 9">
            <a:extLst>
              <a:ext uri="{FF2B5EF4-FFF2-40B4-BE49-F238E27FC236}">
                <a16:creationId xmlns:a16="http://schemas.microsoft.com/office/drawing/2014/main" id="{E45812C3-302D-EFBA-CDAF-FBA5EEBF0C39}"/>
              </a:ext>
            </a:extLst>
          </p:cNvPr>
          <p:cNvSpPr/>
          <p:nvPr/>
        </p:nvSpPr>
        <p:spPr>
          <a:xfrm>
            <a:off x="3497096" y="5716169"/>
            <a:ext cx="260909" cy="263149"/>
          </a:xfrm>
          <a:prstGeom prst="roundRect">
            <a:avLst>
              <a:gd name="adj" fmla="val 7031"/>
            </a:avLst>
          </a:prstGeom>
          <a:solidFill>
            <a:srgbClr val="D62293">
              <a:alpha val="3000"/>
            </a:srgbClr>
          </a:solid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78" name="Graphic 77">
            <a:extLst>
              <a:ext uri="{FF2B5EF4-FFF2-40B4-BE49-F238E27FC236}">
                <a16:creationId xmlns:a16="http://schemas.microsoft.com/office/drawing/2014/main" id="{B9D1EE67-B5A1-D503-DC65-1E4D60A6482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13250" y="5733443"/>
            <a:ext cx="228600" cy="228600"/>
          </a:xfrm>
          <a:prstGeom prst="rect">
            <a:avLst/>
          </a:prstGeom>
        </p:spPr>
      </p:pic>
      <p:cxnSp>
        <p:nvCxnSpPr>
          <p:cNvPr id="79" name="Straight Connector 78">
            <a:extLst>
              <a:ext uri="{FF2B5EF4-FFF2-40B4-BE49-F238E27FC236}">
                <a16:creationId xmlns:a16="http://schemas.microsoft.com/office/drawing/2014/main" id="{899F959D-C326-239D-DB3B-A0C20ACFBCEF}"/>
              </a:ext>
            </a:extLst>
          </p:cNvPr>
          <p:cNvCxnSpPr>
            <a:cxnSpLocks/>
          </p:cNvCxnSpPr>
          <p:nvPr/>
        </p:nvCxnSpPr>
        <p:spPr>
          <a:xfrm>
            <a:off x="3125128" y="6234441"/>
            <a:ext cx="1380829" cy="0"/>
          </a:xfrm>
          <a:prstGeom prst="line">
            <a:avLst/>
          </a:prstGeom>
          <a:ln w="38100" cap="rnd">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C6EEC394-44CF-16A0-FAB9-9B424C3106B5}"/>
              </a:ext>
            </a:extLst>
          </p:cNvPr>
          <p:cNvCxnSpPr>
            <a:cxnSpLocks/>
          </p:cNvCxnSpPr>
          <p:nvPr/>
        </p:nvCxnSpPr>
        <p:spPr>
          <a:xfrm>
            <a:off x="3125128" y="6234441"/>
            <a:ext cx="1098994" cy="0"/>
          </a:xfrm>
          <a:prstGeom prst="line">
            <a:avLst/>
          </a:prstGeom>
          <a:ln w="38100" cap="rnd">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81" name="Rounded Rectangle 80">
            <a:extLst>
              <a:ext uri="{FF2B5EF4-FFF2-40B4-BE49-F238E27FC236}">
                <a16:creationId xmlns:a16="http://schemas.microsoft.com/office/drawing/2014/main" id="{7B8D3ACC-A91F-5322-871B-3212A6048BDD}"/>
              </a:ext>
            </a:extLst>
          </p:cNvPr>
          <p:cNvSpPr/>
          <p:nvPr/>
        </p:nvSpPr>
        <p:spPr>
          <a:xfrm>
            <a:off x="3066642" y="5253709"/>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pic>
        <p:nvPicPr>
          <p:cNvPr id="83" name="Graphic 82">
            <a:extLst>
              <a:ext uri="{FF2B5EF4-FFF2-40B4-BE49-F238E27FC236}">
                <a16:creationId xmlns:a16="http://schemas.microsoft.com/office/drawing/2014/main" id="{D057AAFA-30AA-70F0-94A3-1645A96108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75980" y="5284275"/>
            <a:ext cx="228600" cy="228600"/>
          </a:xfrm>
          <a:prstGeom prst="rect">
            <a:avLst/>
          </a:prstGeom>
        </p:spPr>
      </p:pic>
      <p:sp>
        <p:nvSpPr>
          <p:cNvPr id="84" name="Shape 9">
            <a:extLst>
              <a:ext uri="{FF2B5EF4-FFF2-40B4-BE49-F238E27FC236}">
                <a16:creationId xmlns:a16="http://schemas.microsoft.com/office/drawing/2014/main" id="{D9361140-0FE5-2211-4859-E069BFA72CE3}"/>
              </a:ext>
            </a:extLst>
          </p:cNvPr>
          <p:cNvSpPr/>
          <p:nvPr/>
        </p:nvSpPr>
        <p:spPr>
          <a:xfrm>
            <a:off x="3872877" y="5716169"/>
            <a:ext cx="260909" cy="263149"/>
          </a:xfrm>
          <a:prstGeom prst="roundRect">
            <a:avLst>
              <a:gd name="adj" fmla="val 7031"/>
            </a:avLst>
          </a:prstGeom>
          <a:solidFill>
            <a:srgbClr val="D62293"/>
          </a:solidFill>
          <a:ln w="8890">
            <a:no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85" name="Graphic 84">
            <a:extLst>
              <a:ext uri="{FF2B5EF4-FFF2-40B4-BE49-F238E27FC236}">
                <a16:creationId xmlns:a16="http://schemas.microsoft.com/office/drawing/2014/main" id="{9718A2B5-2389-D27E-0CFA-B3F77BC170F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89031" y="5733443"/>
            <a:ext cx="228600" cy="228600"/>
          </a:xfrm>
          <a:prstGeom prst="rect">
            <a:avLst/>
          </a:prstGeom>
        </p:spPr>
      </p:pic>
    </p:spTree>
    <p:extLst>
      <p:ext uri="{BB962C8B-B14F-4D97-AF65-F5344CB8AC3E}">
        <p14:creationId xmlns:p14="http://schemas.microsoft.com/office/powerpoint/2010/main" val="4191102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BF30C-1365-0DE6-0B4E-53F5436CC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7BC4E-7287-259C-C7E7-78654AF2A065}"/>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Resource Page</a:t>
            </a:r>
          </a:p>
        </p:txBody>
      </p:sp>
      <p:sp>
        <p:nvSpPr>
          <p:cNvPr id="10" name="Subtitle 2">
            <a:extLst>
              <a:ext uri="{FF2B5EF4-FFF2-40B4-BE49-F238E27FC236}">
                <a16:creationId xmlns:a16="http://schemas.microsoft.com/office/drawing/2014/main" id="{1913D47C-1CA6-A282-F3BF-385FAA1606EB}"/>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sp>
        <p:nvSpPr>
          <p:cNvPr id="24" name="Shape 9">
            <a:extLst>
              <a:ext uri="{FF2B5EF4-FFF2-40B4-BE49-F238E27FC236}">
                <a16:creationId xmlns:a16="http://schemas.microsoft.com/office/drawing/2014/main" id="{F44A1DB7-A0CB-00FB-ED46-7347881DF65E}"/>
              </a:ext>
            </a:extLst>
          </p:cNvPr>
          <p:cNvSpPr/>
          <p:nvPr/>
        </p:nvSpPr>
        <p:spPr>
          <a:xfrm>
            <a:off x="679794" y="2616918"/>
            <a:ext cx="3400214" cy="3421914"/>
          </a:xfrm>
          <a:prstGeom prst="roundRect">
            <a:avLst>
              <a:gd name="adj" fmla="val 2881"/>
            </a:avLst>
          </a:prstGeom>
          <a:no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5" name="Shape 9">
            <a:extLst>
              <a:ext uri="{FF2B5EF4-FFF2-40B4-BE49-F238E27FC236}">
                <a16:creationId xmlns:a16="http://schemas.microsoft.com/office/drawing/2014/main" id="{05D9A394-E899-E309-9482-2C6F9BF6B191}"/>
              </a:ext>
            </a:extLst>
          </p:cNvPr>
          <p:cNvSpPr/>
          <p:nvPr/>
        </p:nvSpPr>
        <p:spPr>
          <a:xfrm>
            <a:off x="919418" y="2871379"/>
            <a:ext cx="260909" cy="263149"/>
          </a:xfrm>
          <a:prstGeom prst="roundRect">
            <a:avLst>
              <a:gd name="adj" fmla="val 7031"/>
            </a:avLst>
          </a:prstGeom>
          <a:solidFill>
            <a:srgbClr val="D62293"/>
          </a:solidFill>
          <a:ln w="8890">
            <a:no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6" name="TextBox 25">
            <a:extLst>
              <a:ext uri="{FF2B5EF4-FFF2-40B4-BE49-F238E27FC236}">
                <a16:creationId xmlns:a16="http://schemas.microsoft.com/office/drawing/2014/main" id="{E5D9B943-A863-D113-7618-3A25ED7491D6}"/>
              </a:ext>
            </a:extLst>
          </p:cNvPr>
          <p:cNvSpPr txBox="1"/>
          <p:nvPr/>
        </p:nvSpPr>
        <p:spPr>
          <a:xfrm>
            <a:off x="919418" y="3719336"/>
            <a:ext cx="2876110" cy="2373598"/>
          </a:xfrm>
          <a:prstGeom prst="rect">
            <a:avLst/>
          </a:prstGeom>
          <a:noFill/>
        </p:spPr>
        <p:txBody>
          <a:bodyPr wrap="square">
            <a:spAutoFit/>
          </a:bodyPr>
          <a:lstStyle/>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p>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p>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volutpat nisl lacus. Lectus nibh blandit sit pulvinar feugiat. Nisi dignissim in in dui Lorem.</a:t>
            </a: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endParaRP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7" name="Subtitle 2">
            <a:extLst>
              <a:ext uri="{FF2B5EF4-FFF2-40B4-BE49-F238E27FC236}">
                <a16:creationId xmlns:a16="http://schemas.microsoft.com/office/drawing/2014/main" id="{214F9CEA-B3BD-AFE1-525E-F0F5F7EF84C6}"/>
              </a:ext>
            </a:extLst>
          </p:cNvPr>
          <p:cNvSpPr txBox="1">
            <a:spLocks/>
          </p:cNvSpPr>
          <p:nvPr/>
        </p:nvSpPr>
        <p:spPr>
          <a:xfrm>
            <a:off x="919418" y="3429000"/>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pic>
        <p:nvPicPr>
          <p:cNvPr id="28" name="Graphic 27">
            <a:extLst>
              <a:ext uri="{FF2B5EF4-FFF2-40B4-BE49-F238E27FC236}">
                <a16:creationId xmlns:a16="http://schemas.microsoft.com/office/drawing/2014/main" id="{08A0527D-9EFF-4D43-49AE-E62AA3C911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5572" y="2888653"/>
            <a:ext cx="228600" cy="228600"/>
          </a:xfrm>
          <a:prstGeom prst="rect">
            <a:avLst/>
          </a:prstGeom>
        </p:spPr>
      </p:pic>
      <p:sp>
        <p:nvSpPr>
          <p:cNvPr id="41" name="Rounded Rectangle 40">
            <a:extLst>
              <a:ext uri="{FF2B5EF4-FFF2-40B4-BE49-F238E27FC236}">
                <a16:creationId xmlns:a16="http://schemas.microsoft.com/office/drawing/2014/main" id="{BB4B9F79-93CB-9507-7A33-76CE6A4B6D91}"/>
              </a:ext>
            </a:extLst>
          </p:cNvPr>
          <p:cNvSpPr/>
          <p:nvPr/>
        </p:nvSpPr>
        <p:spPr>
          <a:xfrm>
            <a:off x="3474267" y="2508840"/>
            <a:ext cx="762269" cy="265275"/>
          </a:xfrm>
          <a:prstGeom prst="roundRect">
            <a:avLst>
              <a:gd name="adj" fmla="val 18675"/>
            </a:avLst>
          </a:prstGeom>
          <a:solidFill>
            <a:schemeClr val="bg1"/>
          </a:solidFill>
          <a:ln w="6350">
            <a:solidFill>
              <a:srgbClr val="D6229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rgbClr val="D62293"/>
                </a:solidFill>
                <a:latin typeface="Inter" panose="02000503000000020004" pitchFamily="2" charset="0"/>
                <a:ea typeface="Inter" panose="02000503000000020004" pitchFamily="2" charset="0"/>
              </a:rPr>
              <a:t>BASIC</a:t>
            </a:r>
            <a:endParaRPr lang="en-PL" sz="1000">
              <a:solidFill>
                <a:srgbClr val="D62293"/>
              </a:solidFill>
              <a:latin typeface="Inter" panose="02000503000000020004" pitchFamily="2" charset="0"/>
              <a:ea typeface="Inter" panose="02000503000000020004" pitchFamily="2" charset="0"/>
            </a:endParaRPr>
          </a:p>
        </p:txBody>
      </p:sp>
      <p:sp>
        <p:nvSpPr>
          <p:cNvPr id="42" name="Shape 9">
            <a:extLst>
              <a:ext uri="{FF2B5EF4-FFF2-40B4-BE49-F238E27FC236}">
                <a16:creationId xmlns:a16="http://schemas.microsoft.com/office/drawing/2014/main" id="{EEDC9F74-62E9-D614-959E-EB00FE6B471D}"/>
              </a:ext>
            </a:extLst>
          </p:cNvPr>
          <p:cNvSpPr/>
          <p:nvPr/>
        </p:nvSpPr>
        <p:spPr>
          <a:xfrm>
            <a:off x="4794594" y="2616918"/>
            <a:ext cx="3400214" cy="3421914"/>
          </a:xfrm>
          <a:prstGeom prst="roundRect">
            <a:avLst>
              <a:gd name="adj" fmla="val 2881"/>
            </a:avLst>
          </a:prstGeom>
          <a:no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43" name="Shape 9">
            <a:extLst>
              <a:ext uri="{FF2B5EF4-FFF2-40B4-BE49-F238E27FC236}">
                <a16:creationId xmlns:a16="http://schemas.microsoft.com/office/drawing/2014/main" id="{C6408D7C-904C-448A-74CF-0F905E4A8C00}"/>
              </a:ext>
            </a:extLst>
          </p:cNvPr>
          <p:cNvSpPr/>
          <p:nvPr/>
        </p:nvSpPr>
        <p:spPr>
          <a:xfrm>
            <a:off x="5034218" y="2871379"/>
            <a:ext cx="260909" cy="263149"/>
          </a:xfrm>
          <a:prstGeom prst="roundRect">
            <a:avLst>
              <a:gd name="adj" fmla="val 7031"/>
            </a:avLst>
          </a:prstGeom>
          <a:solidFill>
            <a:srgbClr val="D62293"/>
          </a:solidFill>
          <a:ln w="8890">
            <a:no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44" name="TextBox 43">
            <a:extLst>
              <a:ext uri="{FF2B5EF4-FFF2-40B4-BE49-F238E27FC236}">
                <a16:creationId xmlns:a16="http://schemas.microsoft.com/office/drawing/2014/main" id="{69E8E89E-C04A-3758-1F3E-08C603C44E3B}"/>
              </a:ext>
            </a:extLst>
          </p:cNvPr>
          <p:cNvSpPr txBox="1"/>
          <p:nvPr/>
        </p:nvSpPr>
        <p:spPr>
          <a:xfrm>
            <a:off x="5034218" y="3719336"/>
            <a:ext cx="2876110" cy="2373598"/>
          </a:xfrm>
          <a:prstGeom prst="rect">
            <a:avLst/>
          </a:prstGeom>
          <a:noFill/>
        </p:spPr>
        <p:txBody>
          <a:bodyPr wrap="square">
            <a:spAutoFit/>
          </a:bodyPr>
          <a:lstStyle/>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p>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p>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volutpat nisl lacus. Lectus nibh blandit sit pulvinar feugiat. Nisi dignissim in in dui Lorem.</a:t>
            </a: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endParaRP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45" name="Subtitle 2">
            <a:extLst>
              <a:ext uri="{FF2B5EF4-FFF2-40B4-BE49-F238E27FC236}">
                <a16:creationId xmlns:a16="http://schemas.microsoft.com/office/drawing/2014/main" id="{1517AADF-C5FD-EB28-A935-7ECF6399FAB2}"/>
              </a:ext>
            </a:extLst>
          </p:cNvPr>
          <p:cNvSpPr txBox="1">
            <a:spLocks/>
          </p:cNvSpPr>
          <p:nvPr/>
        </p:nvSpPr>
        <p:spPr>
          <a:xfrm>
            <a:off x="5034218" y="3429000"/>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pic>
        <p:nvPicPr>
          <p:cNvPr id="46" name="Graphic 45">
            <a:extLst>
              <a:ext uri="{FF2B5EF4-FFF2-40B4-BE49-F238E27FC236}">
                <a16:creationId xmlns:a16="http://schemas.microsoft.com/office/drawing/2014/main" id="{2AC94D99-A933-CAF3-DBAB-496C2285DA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50372" y="2888653"/>
            <a:ext cx="228600" cy="228600"/>
          </a:xfrm>
          <a:prstGeom prst="rect">
            <a:avLst/>
          </a:prstGeom>
        </p:spPr>
      </p:pic>
      <p:sp>
        <p:nvSpPr>
          <p:cNvPr id="47" name="Rounded Rectangle 46">
            <a:extLst>
              <a:ext uri="{FF2B5EF4-FFF2-40B4-BE49-F238E27FC236}">
                <a16:creationId xmlns:a16="http://schemas.microsoft.com/office/drawing/2014/main" id="{6F021363-943A-BFA2-9DDA-537A5EDF03A9}"/>
              </a:ext>
            </a:extLst>
          </p:cNvPr>
          <p:cNvSpPr/>
          <p:nvPr/>
        </p:nvSpPr>
        <p:spPr>
          <a:xfrm>
            <a:off x="7258833" y="2508840"/>
            <a:ext cx="1092503" cy="265275"/>
          </a:xfrm>
          <a:prstGeom prst="roundRect">
            <a:avLst>
              <a:gd name="adj" fmla="val 18675"/>
            </a:avLst>
          </a:prstGeom>
          <a:solidFill>
            <a:srgbClr val="D62293"/>
          </a:solidFill>
          <a:ln w="6350">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l-PL" sz="1000">
                <a:solidFill>
                  <a:schemeClr val="bg1"/>
                </a:solidFill>
                <a:latin typeface="Inter" panose="02000503000000020004" pitchFamily="2" charset="0"/>
                <a:ea typeface="Inter" panose="02000503000000020004" pitchFamily="2" charset="0"/>
              </a:rPr>
              <a:t>FULL LICENSE</a:t>
            </a:r>
            <a:endParaRPr lang="en-PL" sz="1000">
              <a:solidFill>
                <a:schemeClr val="bg1"/>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746386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0120D-6FB0-4E09-DE4F-9BE6B810F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74B983-689C-BE68-94B3-92CA7435E516}"/>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Resource Page</a:t>
            </a:r>
          </a:p>
        </p:txBody>
      </p:sp>
      <p:sp>
        <p:nvSpPr>
          <p:cNvPr id="10" name="Subtitle 2">
            <a:extLst>
              <a:ext uri="{FF2B5EF4-FFF2-40B4-BE49-F238E27FC236}">
                <a16:creationId xmlns:a16="http://schemas.microsoft.com/office/drawing/2014/main" id="{3B1E8FE5-8994-0839-5E2B-BBFE148A9DEC}"/>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sp>
        <p:nvSpPr>
          <p:cNvPr id="24" name="Shape 9">
            <a:extLst>
              <a:ext uri="{FF2B5EF4-FFF2-40B4-BE49-F238E27FC236}">
                <a16:creationId xmlns:a16="http://schemas.microsoft.com/office/drawing/2014/main" id="{4C91F31D-F7A7-C298-E461-3B3456E98570}"/>
              </a:ext>
            </a:extLst>
          </p:cNvPr>
          <p:cNvSpPr/>
          <p:nvPr/>
        </p:nvSpPr>
        <p:spPr>
          <a:xfrm>
            <a:off x="585757" y="2573077"/>
            <a:ext cx="3400214" cy="3421914"/>
          </a:xfrm>
          <a:prstGeom prst="roundRect">
            <a:avLst>
              <a:gd name="adj" fmla="val 2881"/>
            </a:avLst>
          </a:prstGeom>
          <a:solidFill>
            <a:schemeClr val="bg1"/>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6" name="TextBox 25">
            <a:extLst>
              <a:ext uri="{FF2B5EF4-FFF2-40B4-BE49-F238E27FC236}">
                <a16:creationId xmlns:a16="http://schemas.microsoft.com/office/drawing/2014/main" id="{B1F9A305-3387-18DB-6F26-968EF6F312AB}"/>
              </a:ext>
            </a:extLst>
          </p:cNvPr>
          <p:cNvSpPr txBox="1"/>
          <p:nvPr/>
        </p:nvSpPr>
        <p:spPr>
          <a:xfrm>
            <a:off x="825381" y="3675495"/>
            <a:ext cx="2876110" cy="1219436"/>
          </a:xfrm>
          <a:prstGeom prst="rect">
            <a:avLst/>
          </a:prstGeom>
          <a:noFill/>
        </p:spPr>
        <p:txBody>
          <a:bodyPr wrap="square">
            <a:spAutoFit/>
          </a:bodyPr>
          <a:lstStyle/>
          <a:p>
            <a:pPr>
              <a:lnSpc>
                <a:spcPct val="150000"/>
              </a:lnSpc>
              <a:buClr>
                <a:srgbClr val="D62293"/>
              </a:buClr>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7" name="Subtitle 2">
            <a:extLst>
              <a:ext uri="{FF2B5EF4-FFF2-40B4-BE49-F238E27FC236}">
                <a16:creationId xmlns:a16="http://schemas.microsoft.com/office/drawing/2014/main" id="{C317A44A-DF73-4899-40FB-7050461E79F1}"/>
              </a:ext>
            </a:extLst>
          </p:cNvPr>
          <p:cNvSpPr txBox="1">
            <a:spLocks/>
          </p:cNvSpPr>
          <p:nvPr/>
        </p:nvSpPr>
        <p:spPr>
          <a:xfrm>
            <a:off x="1031434" y="2767651"/>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cxnSp>
        <p:nvCxnSpPr>
          <p:cNvPr id="4" name="Straight Connector 3">
            <a:extLst>
              <a:ext uri="{FF2B5EF4-FFF2-40B4-BE49-F238E27FC236}">
                <a16:creationId xmlns:a16="http://schemas.microsoft.com/office/drawing/2014/main" id="{6E1E7569-62B4-A068-F25B-FB0E8C43312A}"/>
              </a:ext>
            </a:extLst>
          </p:cNvPr>
          <p:cNvCxnSpPr/>
          <p:nvPr/>
        </p:nvCxnSpPr>
        <p:spPr>
          <a:xfrm>
            <a:off x="585757" y="3137770"/>
            <a:ext cx="3400214" cy="0"/>
          </a:xfrm>
          <a:prstGeom prst="line">
            <a:avLst/>
          </a:prstGeom>
          <a:ln w="63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5" name="Shape 9">
            <a:extLst>
              <a:ext uri="{FF2B5EF4-FFF2-40B4-BE49-F238E27FC236}">
                <a16:creationId xmlns:a16="http://schemas.microsoft.com/office/drawing/2014/main" id="{533BC944-60C8-BE2C-5AB0-037783D81C2C}"/>
              </a:ext>
            </a:extLst>
          </p:cNvPr>
          <p:cNvSpPr/>
          <p:nvPr/>
        </p:nvSpPr>
        <p:spPr>
          <a:xfrm>
            <a:off x="744452" y="2736284"/>
            <a:ext cx="260909" cy="263149"/>
          </a:xfrm>
          <a:prstGeom prst="roundRect">
            <a:avLst>
              <a:gd name="adj" fmla="val 7031"/>
            </a:avLst>
          </a:prstGeom>
          <a:solidFill>
            <a:srgbClr val="D62293">
              <a:alpha val="3000"/>
            </a:srgbClr>
          </a:solid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6" name="Graphic 5">
            <a:extLst>
              <a:ext uri="{FF2B5EF4-FFF2-40B4-BE49-F238E27FC236}">
                <a16:creationId xmlns:a16="http://schemas.microsoft.com/office/drawing/2014/main" id="{D8EC13B7-E39E-9020-340D-D7FB53CA47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0606" y="2753558"/>
            <a:ext cx="228600" cy="228600"/>
          </a:xfrm>
          <a:prstGeom prst="rect">
            <a:avLst/>
          </a:prstGeom>
        </p:spPr>
      </p:pic>
      <p:sp>
        <p:nvSpPr>
          <p:cNvPr id="7" name="Subtitle 2">
            <a:extLst>
              <a:ext uri="{FF2B5EF4-FFF2-40B4-BE49-F238E27FC236}">
                <a16:creationId xmlns:a16="http://schemas.microsoft.com/office/drawing/2014/main" id="{4591FAFD-390D-0C28-5821-20C38550568A}"/>
              </a:ext>
            </a:extLst>
          </p:cNvPr>
          <p:cNvSpPr txBox="1">
            <a:spLocks/>
          </p:cNvSpPr>
          <p:nvPr/>
        </p:nvSpPr>
        <p:spPr>
          <a:xfrm>
            <a:off x="825381" y="3397868"/>
            <a:ext cx="2611216" cy="22044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900">
                <a:solidFill>
                  <a:schemeClr val="bg1">
                    <a:lumMod val="50000"/>
                  </a:schemeClr>
                </a:solidFill>
                <a:latin typeface="Poppins" pitchFamily="2" charset="77"/>
                <a:cs typeface="Poppins" pitchFamily="2" charset="77"/>
              </a:rPr>
              <a:t>SUBHEADER</a:t>
            </a:r>
            <a:endParaRPr lang="en-PL" sz="1100">
              <a:solidFill>
                <a:schemeClr val="bg1">
                  <a:lumMod val="50000"/>
                </a:schemeClr>
              </a:solidFill>
              <a:latin typeface="Poppins" pitchFamily="2" charset="77"/>
              <a:cs typeface="Poppins" pitchFamily="2" charset="77"/>
            </a:endParaRPr>
          </a:p>
        </p:txBody>
      </p:sp>
      <p:sp>
        <p:nvSpPr>
          <p:cNvPr id="9" name="Shape 9">
            <a:extLst>
              <a:ext uri="{FF2B5EF4-FFF2-40B4-BE49-F238E27FC236}">
                <a16:creationId xmlns:a16="http://schemas.microsoft.com/office/drawing/2014/main" id="{8A815940-75B4-8EAC-EDFF-145D29FA4908}"/>
              </a:ext>
            </a:extLst>
          </p:cNvPr>
          <p:cNvSpPr/>
          <p:nvPr/>
        </p:nvSpPr>
        <p:spPr>
          <a:xfrm>
            <a:off x="825381" y="4754008"/>
            <a:ext cx="2937070" cy="1059827"/>
          </a:xfrm>
          <a:prstGeom prst="roundRect">
            <a:avLst>
              <a:gd name="adj" fmla="val 7670"/>
            </a:avLst>
          </a:prstGeom>
          <a:solidFill>
            <a:srgbClr val="FCFAFF"/>
          </a:solidFill>
          <a:ln w="6350">
            <a:solidFill>
              <a:schemeClr val="bg1">
                <a:lumMod val="95000"/>
                <a:alpha val="99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1" name="TextBox 10">
            <a:extLst>
              <a:ext uri="{FF2B5EF4-FFF2-40B4-BE49-F238E27FC236}">
                <a16:creationId xmlns:a16="http://schemas.microsoft.com/office/drawing/2014/main" id="{45891855-AFCD-67AA-60F2-BC2F3C209CF9}"/>
              </a:ext>
            </a:extLst>
          </p:cNvPr>
          <p:cNvSpPr txBox="1"/>
          <p:nvPr/>
        </p:nvSpPr>
        <p:spPr>
          <a:xfrm>
            <a:off x="894828" y="4913575"/>
            <a:ext cx="1945335" cy="230832"/>
          </a:xfrm>
          <a:prstGeom prst="rect">
            <a:avLst/>
          </a:prstGeom>
          <a:noFill/>
        </p:spPr>
        <p:txBody>
          <a:bodyPr wrap="square">
            <a:spAutoFit/>
          </a:bodyPr>
          <a:lstStyle/>
          <a:p>
            <a:r>
              <a:rPr lang="en-PL" sz="900">
                <a:solidFill>
                  <a:srgbClr val="D62293"/>
                </a:solidFill>
                <a:latin typeface="Inter" panose="02000503000000020004" pitchFamily="2" charset="0"/>
                <a:ea typeface="Inter" panose="02000503000000020004" pitchFamily="2" charset="0"/>
              </a:rPr>
              <a:t>ANOTHER HEADER</a:t>
            </a:r>
            <a:endParaRPr lang="en-PL" sz="900">
              <a:solidFill>
                <a:srgbClr val="D62293"/>
              </a:solidFill>
              <a:latin typeface="Inter" panose="02000503000000020004" pitchFamily="2" charset="0"/>
              <a:ea typeface="Inter" panose="02000503000000020004" pitchFamily="2" charset="0"/>
              <a:cs typeface="Poppins" pitchFamily="2" charset="77"/>
            </a:endParaRPr>
          </a:p>
        </p:txBody>
      </p:sp>
      <p:sp>
        <p:nvSpPr>
          <p:cNvPr id="12" name="TextBox 11">
            <a:extLst>
              <a:ext uri="{FF2B5EF4-FFF2-40B4-BE49-F238E27FC236}">
                <a16:creationId xmlns:a16="http://schemas.microsoft.com/office/drawing/2014/main" id="{BD54F150-B787-AD5F-A7A3-D4F0E080C85B}"/>
              </a:ext>
            </a:extLst>
          </p:cNvPr>
          <p:cNvSpPr txBox="1"/>
          <p:nvPr/>
        </p:nvSpPr>
        <p:spPr>
          <a:xfrm>
            <a:off x="870237" y="5144407"/>
            <a:ext cx="2831254" cy="461665"/>
          </a:xfrm>
          <a:prstGeom prst="rect">
            <a:avLst/>
          </a:prstGeom>
          <a:noFill/>
        </p:spPr>
        <p:txBody>
          <a:bodyPr wrap="square">
            <a:spAutoFit/>
          </a:bodyPr>
          <a:lstStyle/>
          <a:p>
            <a:r>
              <a:rPr lang="en-PL" sz="8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9" name="Shape 9">
            <a:extLst>
              <a:ext uri="{FF2B5EF4-FFF2-40B4-BE49-F238E27FC236}">
                <a16:creationId xmlns:a16="http://schemas.microsoft.com/office/drawing/2014/main" id="{CA78A77A-E50A-EFB8-68BB-DEA8C8C5F39D}"/>
              </a:ext>
            </a:extLst>
          </p:cNvPr>
          <p:cNvSpPr/>
          <p:nvPr/>
        </p:nvSpPr>
        <p:spPr>
          <a:xfrm>
            <a:off x="4231865" y="2573077"/>
            <a:ext cx="3400214" cy="3421914"/>
          </a:xfrm>
          <a:prstGeom prst="roundRect">
            <a:avLst>
              <a:gd name="adj" fmla="val 2881"/>
            </a:avLst>
          </a:prstGeom>
          <a:solidFill>
            <a:schemeClr val="bg1"/>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0" name="TextBox 19">
            <a:extLst>
              <a:ext uri="{FF2B5EF4-FFF2-40B4-BE49-F238E27FC236}">
                <a16:creationId xmlns:a16="http://schemas.microsoft.com/office/drawing/2014/main" id="{47D8C13F-6D68-683C-9C6B-C8FD80D113BA}"/>
              </a:ext>
            </a:extLst>
          </p:cNvPr>
          <p:cNvSpPr txBox="1"/>
          <p:nvPr/>
        </p:nvSpPr>
        <p:spPr>
          <a:xfrm>
            <a:off x="4471489" y="3675495"/>
            <a:ext cx="2876110" cy="526939"/>
          </a:xfrm>
          <a:prstGeom prst="rect">
            <a:avLst/>
          </a:prstGeom>
          <a:noFill/>
        </p:spPr>
        <p:txBody>
          <a:bodyPr wrap="square">
            <a:spAutoFit/>
          </a:bodyPr>
          <a:lstStyle/>
          <a:p>
            <a:pPr>
              <a:lnSpc>
                <a:spcPct val="150000"/>
              </a:lnSpc>
              <a:buClr>
                <a:srgbClr val="D62293"/>
              </a:buClr>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a:t>
            </a: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21" name="Subtitle 2">
            <a:extLst>
              <a:ext uri="{FF2B5EF4-FFF2-40B4-BE49-F238E27FC236}">
                <a16:creationId xmlns:a16="http://schemas.microsoft.com/office/drawing/2014/main" id="{0FB72DCD-65DE-0424-53D9-97FBDEF9312A}"/>
              </a:ext>
            </a:extLst>
          </p:cNvPr>
          <p:cNvSpPr txBox="1">
            <a:spLocks/>
          </p:cNvSpPr>
          <p:nvPr/>
        </p:nvSpPr>
        <p:spPr>
          <a:xfrm>
            <a:off x="4677542" y="2767651"/>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cxnSp>
        <p:nvCxnSpPr>
          <p:cNvPr id="22" name="Straight Connector 21">
            <a:extLst>
              <a:ext uri="{FF2B5EF4-FFF2-40B4-BE49-F238E27FC236}">
                <a16:creationId xmlns:a16="http://schemas.microsoft.com/office/drawing/2014/main" id="{423E00CE-A273-4E73-C24C-501732AED0BE}"/>
              </a:ext>
            </a:extLst>
          </p:cNvPr>
          <p:cNvCxnSpPr/>
          <p:nvPr/>
        </p:nvCxnSpPr>
        <p:spPr>
          <a:xfrm>
            <a:off x="4231865" y="3137770"/>
            <a:ext cx="3400214" cy="0"/>
          </a:xfrm>
          <a:prstGeom prst="line">
            <a:avLst/>
          </a:prstGeom>
          <a:ln w="63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23" name="Shape 9">
            <a:extLst>
              <a:ext uri="{FF2B5EF4-FFF2-40B4-BE49-F238E27FC236}">
                <a16:creationId xmlns:a16="http://schemas.microsoft.com/office/drawing/2014/main" id="{0022D712-2D5E-F273-F853-8DA1DA39FA7D}"/>
              </a:ext>
            </a:extLst>
          </p:cNvPr>
          <p:cNvSpPr/>
          <p:nvPr/>
        </p:nvSpPr>
        <p:spPr>
          <a:xfrm>
            <a:off x="4390560" y="2736284"/>
            <a:ext cx="260909" cy="263149"/>
          </a:xfrm>
          <a:prstGeom prst="roundRect">
            <a:avLst>
              <a:gd name="adj" fmla="val 7031"/>
            </a:avLst>
          </a:prstGeom>
          <a:solidFill>
            <a:srgbClr val="D62293">
              <a:alpha val="3000"/>
            </a:srgbClr>
          </a:solid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29" name="Graphic 28">
            <a:extLst>
              <a:ext uri="{FF2B5EF4-FFF2-40B4-BE49-F238E27FC236}">
                <a16:creationId xmlns:a16="http://schemas.microsoft.com/office/drawing/2014/main" id="{347647CB-CC52-A3A0-6B64-6EE31F150B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06714" y="2753558"/>
            <a:ext cx="228600" cy="228600"/>
          </a:xfrm>
          <a:prstGeom prst="rect">
            <a:avLst/>
          </a:prstGeom>
        </p:spPr>
      </p:pic>
      <p:sp>
        <p:nvSpPr>
          <p:cNvPr id="30" name="Subtitle 2">
            <a:extLst>
              <a:ext uri="{FF2B5EF4-FFF2-40B4-BE49-F238E27FC236}">
                <a16:creationId xmlns:a16="http://schemas.microsoft.com/office/drawing/2014/main" id="{98386AD2-50B3-900F-98BA-FBFF57FA4B85}"/>
              </a:ext>
            </a:extLst>
          </p:cNvPr>
          <p:cNvSpPr txBox="1">
            <a:spLocks/>
          </p:cNvSpPr>
          <p:nvPr/>
        </p:nvSpPr>
        <p:spPr>
          <a:xfrm>
            <a:off x="4471489" y="3397868"/>
            <a:ext cx="2611216" cy="22044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900">
                <a:solidFill>
                  <a:schemeClr val="bg1">
                    <a:lumMod val="50000"/>
                  </a:schemeClr>
                </a:solidFill>
                <a:latin typeface="Poppins" pitchFamily="2" charset="77"/>
                <a:cs typeface="Poppins" pitchFamily="2" charset="77"/>
              </a:rPr>
              <a:t>SUBHEADER</a:t>
            </a:r>
            <a:endParaRPr lang="en-PL" sz="1100">
              <a:solidFill>
                <a:schemeClr val="bg1">
                  <a:lumMod val="50000"/>
                </a:schemeClr>
              </a:solidFill>
              <a:latin typeface="Poppins" pitchFamily="2" charset="77"/>
              <a:cs typeface="Poppins" pitchFamily="2" charset="77"/>
            </a:endParaRPr>
          </a:p>
        </p:txBody>
      </p:sp>
      <p:sp>
        <p:nvSpPr>
          <p:cNvPr id="32" name="TextBox 31">
            <a:extLst>
              <a:ext uri="{FF2B5EF4-FFF2-40B4-BE49-F238E27FC236}">
                <a16:creationId xmlns:a16="http://schemas.microsoft.com/office/drawing/2014/main" id="{991B4C85-826E-F100-AC53-58D02E7A773E}"/>
              </a:ext>
            </a:extLst>
          </p:cNvPr>
          <p:cNvSpPr txBox="1"/>
          <p:nvPr/>
        </p:nvSpPr>
        <p:spPr>
          <a:xfrm>
            <a:off x="4521014" y="5435923"/>
            <a:ext cx="1467574" cy="215444"/>
          </a:xfrm>
          <a:prstGeom prst="rect">
            <a:avLst/>
          </a:prstGeom>
          <a:noFill/>
        </p:spPr>
        <p:txBody>
          <a:bodyPr wrap="square">
            <a:spAutoFit/>
          </a:bodyPr>
          <a:lstStyle/>
          <a:p>
            <a:r>
              <a:rPr lang="en-PL" sz="800">
                <a:solidFill>
                  <a:schemeClr val="bg1"/>
                </a:solidFill>
                <a:latin typeface="Inter Medium" panose="02000503000000020004" pitchFamily="2" charset="0"/>
                <a:ea typeface="Inter Medium" panose="02000503000000020004" pitchFamily="2" charset="0"/>
                <a:cs typeface="Poppins" pitchFamily="2" charset="77"/>
              </a:rPr>
              <a:t>CUSTOMER</a:t>
            </a:r>
          </a:p>
        </p:txBody>
      </p:sp>
      <p:sp>
        <p:nvSpPr>
          <p:cNvPr id="33" name="TextBox 32">
            <a:extLst>
              <a:ext uri="{FF2B5EF4-FFF2-40B4-BE49-F238E27FC236}">
                <a16:creationId xmlns:a16="http://schemas.microsoft.com/office/drawing/2014/main" id="{163AD219-2CCF-1701-4DC8-5950A97C0486}"/>
              </a:ext>
            </a:extLst>
          </p:cNvPr>
          <p:cNvSpPr txBox="1"/>
          <p:nvPr/>
        </p:nvSpPr>
        <p:spPr>
          <a:xfrm>
            <a:off x="4521014" y="5619724"/>
            <a:ext cx="2475191" cy="338554"/>
          </a:xfrm>
          <a:prstGeom prst="rect">
            <a:avLst/>
          </a:prstGeom>
          <a:noFill/>
        </p:spPr>
        <p:txBody>
          <a:bodyPr wrap="square">
            <a:spAutoFit/>
          </a:bodyPr>
          <a:lstStyle/>
          <a:p>
            <a:r>
              <a:rPr lang="en-PL" sz="800">
                <a:solidFill>
                  <a:schemeClr val="bg1"/>
                </a:solidFill>
                <a:latin typeface="Inter Light" panose="02000503000000020004" pitchFamily="2" charset="0"/>
                <a:ea typeface="Inter Light" panose="02000503000000020004" pitchFamily="2" charset="0"/>
              </a:rPr>
              <a:t>Nam eget mauris volutpat nisl lacus. Lectus nibh blandit sit pulvinar feugia.</a:t>
            </a:r>
            <a:endParaRPr lang="en-PL" sz="800">
              <a:solidFill>
                <a:schemeClr val="bg1"/>
              </a:solidFill>
              <a:latin typeface="Inter Light" panose="02000503000000020004" pitchFamily="2" charset="0"/>
              <a:ea typeface="Inter Light" panose="02000503000000020004" pitchFamily="2" charset="0"/>
              <a:cs typeface="Poppins" pitchFamily="2" charset="77"/>
            </a:endParaRPr>
          </a:p>
        </p:txBody>
      </p:sp>
      <p:sp>
        <p:nvSpPr>
          <p:cNvPr id="35" name="Shape 9">
            <a:extLst>
              <a:ext uri="{FF2B5EF4-FFF2-40B4-BE49-F238E27FC236}">
                <a16:creationId xmlns:a16="http://schemas.microsoft.com/office/drawing/2014/main" id="{01826F81-86EF-AFDC-DA2A-DCEF64FF9DE6}"/>
              </a:ext>
            </a:extLst>
          </p:cNvPr>
          <p:cNvSpPr/>
          <p:nvPr/>
        </p:nvSpPr>
        <p:spPr>
          <a:xfrm>
            <a:off x="4527075" y="4396477"/>
            <a:ext cx="2826584" cy="687361"/>
          </a:xfrm>
          <a:prstGeom prst="roundRect">
            <a:avLst>
              <a:gd name="adj" fmla="val 7670"/>
            </a:avLst>
          </a:prstGeom>
          <a:solidFill>
            <a:srgbClr val="FCFAFF"/>
          </a:solidFill>
          <a:ln w="6350">
            <a:solidFill>
              <a:schemeClr val="bg1">
                <a:lumMod val="95000"/>
              </a:schemeClr>
            </a:solidFill>
            <a:prstDash val="solid"/>
          </a:ln>
        </p:spPr>
        <p:txBody>
          <a:bodyPr anchor="ctr"/>
          <a:lstStyle/>
          <a:p>
            <a:pPr>
              <a:lnSpc>
                <a:spcPct val="150000"/>
              </a:lnSpc>
            </a:pPr>
            <a:r>
              <a:rPr lang="en-PL" sz="8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37" name="Round Same-side Corner of Rectangle 36">
            <a:extLst>
              <a:ext uri="{FF2B5EF4-FFF2-40B4-BE49-F238E27FC236}">
                <a16:creationId xmlns:a16="http://schemas.microsoft.com/office/drawing/2014/main" id="{89BCF9D8-88E5-5928-D498-78E36BA447FB}"/>
              </a:ext>
            </a:extLst>
          </p:cNvPr>
          <p:cNvSpPr/>
          <p:nvPr/>
        </p:nvSpPr>
        <p:spPr>
          <a:xfrm rot="10800000">
            <a:off x="4234480" y="5343521"/>
            <a:ext cx="3400213" cy="651461"/>
          </a:xfrm>
          <a:prstGeom prst="round2SameRect">
            <a:avLst>
              <a:gd name="adj1" fmla="val 11789"/>
              <a:gd name="adj2" fmla="val 0"/>
            </a:avLst>
          </a:prstGeom>
          <a:solidFill>
            <a:srgbClr val="D622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L"/>
          </a:p>
        </p:txBody>
      </p:sp>
      <p:sp>
        <p:nvSpPr>
          <p:cNvPr id="39" name="TextBox 38">
            <a:extLst>
              <a:ext uri="{FF2B5EF4-FFF2-40B4-BE49-F238E27FC236}">
                <a16:creationId xmlns:a16="http://schemas.microsoft.com/office/drawing/2014/main" id="{2703F5E2-0EE1-7103-F642-B18C0D03D74F}"/>
              </a:ext>
            </a:extLst>
          </p:cNvPr>
          <p:cNvSpPr txBox="1"/>
          <p:nvPr/>
        </p:nvSpPr>
        <p:spPr>
          <a:xfrm>
            <a:off x="4811376" y="5434508"/>
            <a:ext cx="2254759" cy="469487"/>
          </a:xfrm>
          <a:prstGeom prst="rect">
            <a:avLst/>
          </a:prstGeom>
          <a:noFill/>
        </p:spPr>
        <p:txBody>
          <a:bodyPr wrap="square">
            <a:spAutoFit/>
          </a:bodyPr>
          <a:lstStyle/>
          <a:p>
            <a:pPr>
              <a:lnSpc>
                <a:spcPts val="1000"/>
              </a:lnSpc>
            </a:pPr>
            <a:r>
              <a:rPr lang="en-PL" sz="800">
                <a:solidFill>
                  <a:schemeClr val="bg1"/>
                </a:solidFill>
                <a:latin typeface="Inter Medium" panose="02000503000000020004" pitchFamily="2" charset="0"/>
                <a:ea typeface="Inter Medium" panose="02000503000000020004" pitchFamily="2" charset="0"/>
              </a:rPr>
              <a:t>Nam eget </a:t>
            </a:r>
            <a:r>
              <a:rPr lang="en-PL" sz="800">
                <a:solidFill>
                  <a:schemeClr val="bg1"/>
                </a:solidFill>
                <a:latin typeface="Inter Light" panose="02000503000000020004" pitchFamily="2" charset="0"/>
                <a:ea typeface="Inter Light" panose="02000503000000020004" pitchFamily="2" charset="0"/>
              </a:rPr>
              <a:t>mauris volutpat nisl lacus. Lectus nibh blandit sit pulvinar feugiat. Nisi dignissim in in dui.</a:t>
            </a:r>
            <a:endParaRPr lang="en-PL" sz="800">
              <a:solidFill>
                <a:schemeClr val="bg1"/>
              </a:solidFill>
              <a:latin typeface="Inter Light" panose="02000503000000020004" pitchFamily="2" charset="0"/>
              <a:ea typeface="Inter Light" panose="02000503000000020004" pitchFamily="2" charset="0"/>
              <a:cs typeface="Poppins" pitchFamily="2" charset="77"/>
            </a:endParaRPr>
          </a:p>
        </p:txBody>
      </p:sp>
      <p:pic>
        <p:nvPicPr>
          <p:cNvPr id="40" name="Graphic 39">
            <a:extLst>
              <a:ext uri="{FF2B5EF4-FFF2-40B4-BE49-F238E27FC236}">
                <a16:creationId xmlns:a16="http://schemas.microsoft.com/office/drawing/2014/main" id="{89AF4341-AE74-68BD-AC02-06A9E5E0FB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3503" y="5576222"/>
            <a:ext cx="228600" cy="228600"/>
          </a:xfrm>
          <a:prstGeom prst="rect">
            <a:avLst/>
          </a:prstGeom>
        </p:spPr>
      </p:pic>
      <p:sp>
        <p:nvSpPr>
          <p:cNvPr id="48" name="Shape 9">
            <a:extLst>
              <a:ext uri="{FF2B5EF4-FFF2-40B4-BE49-F238E27FC236}">
                <a16:creationId xmlns:a16="http://schemas.microsoft.com/office/drawing/2014/main" id="{3B7E29DC-8243-7604-0BC1-3E3AB0E0D8C7}"/>
              </a:ext>
            </a:extLst>
          </p:cNvPr>
          <p:cNvSpPr/>
          <p:nvPr/>
        </p:nvSpPr>
        <p:spPr>
          <a:xfrm>
            <a:off x="7871703" y="2573077"/>
            <a:ext cx="3400214" cy="3421914"/>
          </a:xfrm>
          <a:prstGeom prst="roundRect">
            <a:avLst>
              <a:gd name="adj" fmla="val 2881"/>
            </a:avLst>
          </a:prstGeom>
          <a:solidFill>
            <a:schemeClr val="bg1"/>
          </a:solidFill>
          <a:ln w="6350">
            <a:solidFill>
              <a:schemeClr val="bg2">
                <a:lumMod val="90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49" name="TextBox 48">
            <a:extLst>
              <a:ext uri="{FF2B5EF4-FFF2-40B4-BE49-F238E27FC236}">
                <a16:creationId xmlns:a16="http://schemas.microsoft.com/office/drawing/2014/main" id="{1E6EB58A-BDFF-F731-0C9C-D3EA5BE6B4FD}"/>
              </a:ext>
            </a:extLst>
          </p:cNvPr>
          <p:cNvSpPr txBox="1"/>
          <p:nvPr/>
        </p:nvSpPr>
        <p:spPr>
          <a:xfrm>
            <a:off x="8111327" y="3675495"/>
            <a:ext cx="2876110" cy="1219436"/>
          </a:xfrm>
          <a:prstGeom prst="rect">
            <a:avLst/>
          </a:prstGeom>
          <a:noFill/>
        </p:spPr>
        <p:txBody>
          <a:bodyPr wrap="square">
            <a:spAutoFit/>
          </a:bodyPr>
          <a:lstStyle/>
          <a:p>
            <a:pPr>
              <a:lnSpc>
                <a:spcPct val="150000"/>
              </a:lnSpc>
              <a:buClr>
                <a:srgbClr val="D62293"/>
              </a:buClr>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50" name="Subtitle 2">
            <a:extLst>
              <a:ext uri="{FF2B5EF4-FFF2-40B4-BE49-F238E27FC236}">
                <a16:creationId xmlns:a16="http://schemas.microsoft.com/office/drawing/2014/main" id="{64D74F47-B33B-677D-5EEF-DB0A28843013}"/>
              </a:ext>
            </a:extLst>
          </p:cNvPr>
          <p:cNvSpPr txBox="1">
            <a:spLocks/>
          </p:cNvSpPr>
          <p:nvPr/>
        </p:nvSpPr>
        <p:spPr>
          <a:xfrm>
            <a:off x="8317380" y="2767651"/>
            <a:ext cx="2611216" cy="248914"/>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100">
                <a:solidFill>
                  <a:schemeClr val="tx1">
                    <a:lumMod val="85000"/>
                    <a:lumOff val="15000"/>
                  </a:schemeClr>
                </a:solidFill>
                <a:latin typeface="Poppins Medium" pitchFamily="2" charset="77"/>
                <a:cs typeface="Poppins Medium" pitchFamily="2" charset="77"/>
              </a:rPr>
              <a:t>Another Header</a:t>
            </a:r>
            <a:endParaRPr lang="en-PL" sz="1600">
              <a:solidFill>
                <a:schemeClr val="tx1">
                  <a:lumMod val="85000"/>
                  <a:lumOff val="15000"/>
                </a:schemeClr>
              </a:solidFill>
              <a:latin typeface="Poppins Medium" pitchFamily="2" charset="77"/>
              <a:cs typeface="Poppins Medium" pitchFamily="2" charset="77"/>
            </a:endParaRPr>
          </a:p>
        </p:txBody>
      </p:sp>
      <p:cxnSp>
        <p:nvCxnSpPr>
          <p:cNvPr id="51" name="Straight Connector 50">
            <a:extLst>
              <a:ext uri="{FF2B5EF4-FFF2-40B4-BE49-F238E27FC236}">
                <a16:creationId xmlns:a16="http://schemas.microsoft.com/office/drawing/2014/main" id="{5ED3A3F4-C8A4-BD56-81A3-5C538D9EABB5}"/>
              </a:ext>
            </a:extLst>
          </p:cNvPr>
          <p:cNvCxnSpPr/>
          <p:nvPr/>
        </p:nvCxnSpPr>
        <p:spPr>
          <a:xfrm>
            <a:off x="7871703" y="3137770"/>
            <a:ext cx="3400214" cy="0"/>
          </a:xfrm>
          <a:prstGeom prst="line">
            <a:avLst/>
          </a:prstGeom>
          <a:ln w="6350">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sp>
        <p:nvSpPr>
          <p:cNvPr id="52" name="Shape 9">
            <a:extLst>
              <a:ext uri="{FF2B5EF4-FFF2-40B4-BE49-F238E27FC236}">
                <a16:creationId xmlns:a16="http://schemas.microsoft.com/office/drawing/2014/main" id="{4EBB5870-777C-6780-5846-65C44D7D7927}"/>
              </a:ext>
            </a:extLst>
          </p:cNvPr>
          <p:cNvSpPr/>
          <p:nvPr/>
        </p:nvSpPr>
        <p:spPr>
          <a:xfrm>
            <a:off x="8030398" y="2736284"/>
            <a:ext cx="260909" cy="263149"/>
          </a:xfrm>
          <a:prstGeom prst="roundRect">
            <a:avLst>
              <a:gd name="adj" fmla="val 7031"/>
            </a:avLst>
          </a:prstGeom>
          <a:solidFill>
            <a:srgbClr val="D62293">
              <a:alpha val="3000"/>
            </a:srgbClr>
          </a:solidFill>
          <a:ln w="8890">
            <a:solidFill>
              <a:srgbClr val="D62293"/>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pic>
        <p:nvPicPr>
          <p:cNvPr id="53" name="Graphic 52">
            <a:extLst>
              <a:ext uri="{FF2B5EF4-FFF2-40B4-BE49-F238E27FC236}">
                <a16:creationId xmlns:a16="http://schemas.microsoft.com/office/drawing/2014/main" id="{F3BC1D6B-124A-128B-DE32-C7A93719E8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552" y="2753558"/>
            <a:ext cx="228600" cy="228600"/>
          </a:xfrm>
          <a:prstGeom prst="rect">
            <a:avLst/>
          </a:prstGeom>
        </p:spPr>
      </p:pic>
      <p:sp>
        <p:nvSpPr>
          <p:cNvPr id="54" name="Subtitle 2">
            <a:extLst>
              <a:ext uri="{FF2B5EF4-FFF2-40B4-BE49-F238E27FC236}">
                <a16:creationId xmlns:a16="http://schemas.microsoft.com/office/drawing/2014/main" id="{CED28458-9849-0EB0-8EB3-95F67763C675}"/>
              </a:ext>
            </a:extLst>
          </p:cNvPr>
          <p:cNvSpPr txBox="1">
            <a:spLocks/>
          </p:cNvSpPr>
          <p:nvPr/>
        </p:nvSpPr>
        <p:spPr>
          <a:xfrm>
            <a:off x="8111327" y="3397868"/>
            <a:ext cx="2611216" cy="220445"/>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900">
                <a:solidFill>
                  <a:schemeClr val="bg1">
                    <a:lumMod val="50000"/>
                  </a:schemeClr>
                </a:solidFill>
                <a:latin typeface="Poppins" pitchFamily="2" charset="77"/>
                <a:cs typeface="Poppins" pitchFamily="2" charset="77"/>
              </a:rPr>
              <a:t>SUBHEADER</a:t>
            </a:r>
            <a:endParaRPr lang="en-PL" sz="1100">
              <a:solidFill>
                <a:schemeClr val="bg1">
                  <a:lumMod val="50000"/>
                </a:schemeClr>
              </a:solidFill>
              <a:latin typeface="Poppins" pitchFamily="2" charset="77"/>
              <a:cs typeface="Poppins" pitchFamily="2" charset="77"/>
            </a:endParaRPr>
          </a:p>
        </p:txBody>
      </p:sp>
      <p:sp>
        <p:nvSpPr>
          <p:cNvPr id="55" name="Shape 9">
            <a:extLst>
              <a:ext uri="{FF2B5EF4-FFF2-40B4-BE49-F238E27FC236}">
                <a16:creationId xmlns:a16="http://schemas.microsoft.com/office/drawing/2014/main" id="{BBCD91D3-C67B-2AD1-56FD-49E727E22A0E}"/>
              </a:ext>
            </a:extLst>
          </p:cNvPr>
          <p:cNvSpPr/>
          <p:nvPr/>
        </p:nvSpPr>
        <p:spPr>
          <a:xfrm>
            <a:off x="8111327" y="4754008"/>
            <a:ext cx="2937070" cy="1059827"/>
          </a:xfrm>
          <a:prstGeom prst="roundRect">
            <a:avLst>
              <a:gd name="adj" fmla="val 7670"/>
            </a:avLst>
          </a:prstGeom>
          <a:solidFill>
            <a:srgbClr val="FCFAFF"/>
          </a:solidFill>
          <a:ln w="6350">
            <a:solidFill>
              <a:schemeClr val="bg1">
                <a:lumMod val="95000"/>
                <a:alpha val="99000"/>
              </a:schemeClr>
            </a:solidFill>
            <a:prstDash val="solid"/>
          </a:ln>
        </p:spPr>
        <p:txBody>
          <a:bodyPr anchor="ctr"/>
          <a:lstStyle/>
          <a:p>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56" name="TextBox 55">
            <a:extLst>
              <a:ext uri="{FF2B5EF4-FFF2-40B4-BE49-F238E27FC236}">
                <a16:creationId xmlns:a16="http://schemas.microsoft.com/office/drawing/2014/main" id="{C1D283D7-929D-C94C-C3E0-37643041BE26}"/>
              </a:ext>
            </a:extLst>
          </p:cNvPr>
          <p:cNvSpPr txBox="1"/>
          <p:nvPr/>
        </p:nvSpPr>
        <p:spPr>
          <a:xfrm>
            <a:off x="8180774" y="4913575"/>
            <a:ext cx="1945335" cy="230832"/>
          </a:xfrm>
          <a:prstGeom prst="rect">
            <a:avLst/>
          </a:prstGeom>
          <a:noFill/>
        </p:spPr>
        <p:txBody>
          <a:bodyPr wrap="square">
            <a:spAutoFit/>
          </a:bodyPr>
          <a:lstStyle/>
          <a:p>
            <a:r>
              <a:rPr lang="en-PL" sz="900">
                <a:solidFill>
                  <a:srgbClr val="D62293"/>
                </a:solidFill>
                <a:latin typeface="Inter" panose="02000503000000020004" pitchFamily="2" charset="0"/>
                <a:ea typeface="Inter" panose="02000503000000020004" pitchFamily="2" charset="0"/>
              </a:rPr>
              <a:t>ANOTHER HEADER</a:t>
            </a:r>
            <a:endParaRPr lang="en-PL" sz="900">
              <a:solidFill>
                <a:srgbClr val="D62293"/>
              </a:solidFill>
              <a:latin typeface="Inter" panose="02000503000000020004" pitchFamily="2" charset="0"/>
              <a:ea typeface="Inter" panose="02000503000000020004" pitchFamily="2" charset="0"/>
              <a:cs typeface="Poppins" pitchFamily="2" charset="77"/>
            </a:endParaRPr>
          </a:p>
        </p:txBody>
      </p:sp>
      <p:sp>
        <p:nvSpPr>
          <p:cNvPr id="57" name="TextBox 56">
            <a:extLst>
              <a:ext uri="{FF2B5EF4-FFF2-40B4-BE49-F238E27FC236}">
                <a16:creationId xmlns:a16="http://schemas.microsoft.com/office/drawing/2014/main" id="{02C3A461-05EA-5F04-3C27-1BE2C6FC748C}"/>
              </a:ext>
            </a:extLst>
          </p:cNvPr>
          <p:cNvSpPr txBox="1"/>
          <p:nvPr/>
        </p:nvSpPr>
        <p:spPr>
          <a:xfrm>
            <a:off x="8156183" y="5144407"/>
            <a:ext cx="2831254" cy="461665"/>
          </a:xfrm>
          <a:prstGeom prst="rect">
            <a:avLst/>
          </a:prstGeom>
          <a:noFill/>
        </p:spPr>
        <p:txBody>
          <a:bodyPr wrap="square">
            <a:spAutoFit/>
          </a:bodyPr>
          <a:lstStyle/>
          <a:p>
            <a:r>
              <a:rPr lang="en-PL" sz="8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ipsum dolor sit amet consectetur.</a:t>
            </a:r>
            <a:endParaRPr lang="en-PL" sz="8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cxnSp>
        <p:nvCxnSpPr>
          <p:cNvPr id="67" name="Straight Connector 66">
            <a:extLst>
              <a:ext uri="{FF2B5EF4-FFF2-40B4-BE49-F238E27FC236}">
                <a16:creationId xmlns:a16="http://schemas.microsoft.com/office/drawing/2014/main" id="{33EAAD66-4DBA-09B0-D204-CCB1AEF932F5}"/>
              </a:ext>
            </a:extLst>
          </p:cNvPr>
          <p:cNvCxnSpPr>
            <a:cxnSpLocks/>
          </p:cNvCxnSpPr>
          <p:nvPr/>
        </p:nvCxnSpPr>
        <p:spPr>
          <a:xfrm>
            <a:off x="3985971" y="3137770"/>
            <a:ext cx="245894" cy="0"/>
          </a:xfrm>
          <a:prstGeom prst="line">
            <a:avLst/>
          </a:prstGeom>
          <a:ln w="12700">
            <a:solidFill>
              <a:srgbClr val="D62293"/>
            </a:solidFill>
            <a:prstDash val="dash"/>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41E7F6FC-386C-C173-1E35-7645970D67DA}"/>
              </a:ext>
            </a:extLst>
          </p:cNvPr>
          <p:cNvCxnSpPr>
            <a:cxnSpLocks/>
          </p:cNvCxnSpPr>
          <p:nvPr/>
        </p:nvCxnSpPr>
        <p:spPr>
          <a:xfrm>
            <a:off x="7637308" y="3137770"/>
            <a:ext cx="245894" cy="0"/>
          </a:xfrm>
          <a:prstGeom prst="line">
            <a:avLst/>
          </a:prstGeom>
          <a:ln w="12700">
            <a:solidFill>
              <a:srgbClr val="D62293"/>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29304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DAD5E-6D75-8AB3-8D6F-CA233E06B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30F8C-3CDF-35BC-4C4F-B87C32D0EAAA}"/>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Resource Page</a:t>
            </a:r>
          </a:p>
        </p:txBody>
      </p:sp>
      <p:sp>
        <p:nvSpPr>
          <p:cNvPr id="10" name="Subtitle 2">
            <a:extLst>
              <a:ext uri="{FF2B5EF4-FFF2-40B4-BE49-F238E27FC236}">
                <a16:creationId xmlns:a16="http://schemas.microsoft.com/office/drawing/2014/main" id="{FF1A69EC-1ADA-DCC4-E8B4-4A90F414D4DB}"/>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sp>
        <p:nvSpPr>
          <p:cNvPr id="6" name="Rounded Rectangle 5">
            <a:extLst>
              <a:ext uri="{FF2B5EF4-FFF2-40B4-BE49-F238E27FC236}">
                <a16:creationId xmlns:a16="http://schemas.microsoft.com/office/drawing/2014/main" id="{76E97ED8-7D78-2637-1C6A-B3549B40336E}"/>
              </a:ext>
            </a:extLst>
          </p:cNvPr>
          <p:cNvSpPr/>
          <p:nvPr/>
        </p:nvSpPr>
        <p:spPr>
          <a:xfrm>
            <a:off x="648394" y="2820347"/>
            <a:ext cx="2275840" cy="265275"/>
          </a:xfrm>
          <a:prstGeom prst="roundRect">
            <a:avLst>
              <a:gd name="adj" fmla="val 18675"/>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r>
              <a:rPr lang="pl-PL" sz="1000">
                <a:solidFill>
                  <a:srgbClr val="222328"/>
                </a:solidFill>
                <a:latin typeface="Inter" panose="02000503000000020004" pitchFamily="2" charset="0"/>
                <a:ea typeface="Inter" panose="02000503000000020004" pitchFamily="2" charset="0"/>
              </a:rPr>
              <a:t>REFERENCE ARCHITECTURE</a:t>
            </a:r>
            <a:endParaRPr lang="en-PL" sz="1000">
              <a:solidFill>
                <a:srgbClr val="222328"/>
              </a:solidFill>
              <a:latin typeface="Inter" panose="02000503000000020004" pitchFamily="2" charset="0"/>
              <a:ea typeface="Inter" panose="02000503000000020004" pitchFamily="2" charset="0"/>
            </a:endParaRPr>
          </a:p>
        </p:txBody>
      </p:sp>
      <p:pic>
        <p:nvPicPr>
          <p:cNvPr id="7" name="Graphic 6">
            <a:extLst>
              <a:ext uri="{FF2B5EF4-FFF2-40B4-BE49-F238E27FC236}">
                <a16:creationId xmlns:a16="http://schemas.microsoft.com/office/drawing/2014/main" id="{DFCC8965-307B-F4D5-DF3F-C4EE3F2896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7732" y="2850913"/>
            <a:ext cx="228600" cy="228600"/>
          </a:xfrm>
          <a:prstGeom prst="rect">
            <a:avLst/>
          </a:prstGeom>
        </p:spPr>
      </p:pic>
      <p:sp>
        <p:nvSpPr>
          <p:cNvPr id="9" name="Subtitle 2">
            <a:extLst>
              <a:ext uri="{FF2B5EF4-FFF2-40B4-BE49-F238E27FC236}">
                <a16:creationId xmlns:a16="http://schemas.microsoft.com/office/drawing/2014/main" id="{FA914AC2-824E-2DAB-BAD6-8414DF4CCAAD}"/>
              </a:ext>
            </a:extLst>
          </p:cNvPr>
          <p:cNvSpPr txBox="1">
            <a:spLocks/>
          </p:cNvSpPr>
          <p:nvPr/>
        </p:nvSpPr>
        <p:spPr>
          <a:xfrm>
            <a:off x="585757" y="3992185"/>
            <a:ext cx="3943536" cy="646331"/>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Nam eget mauris volutpat nisl lacus. Lectus nibh blandit sit pulvinar feugiat. Nisi dignissim in in dui. Lorem ipsu.</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1" name="Subtitle 2">
            <a:extLst>
              <a:ext uri="{FF2B5EF4-FFF2-40B4-BE49-F238E27FC236}">
                <a16:creationId xmlns:a16="http://schemas.microsoft.com/office/drawing/2014/main" id="{31346E8A-788D-B416-1B9E-C33714FDB81E}"/>
              </a:ext>
            </a:extLst>
          </p:cNvPr>
          <p:cNvSpPr txBox="1">
            <a:spLocks/>
          </p:cNvSpPr>
          <p:nvPr/>
        </p:nvSpPr>
        <p:spPr>
          <a:xfrm>
            <a:off x="585756" y="3220134"/>
            <a:ext cx="4016471" cy="707886"/>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4000">
                <a:solidFill>
                  <a:schemeClr val="tx1">
                    <a:lumMod val="75000"/>
                    <a:lumOff val="25000"/>
                  </a:schemeClr>
                </a:solidFill>
                <a:latin typeface="Inter Medium" panose="02000503000000020004" pitchFamily="2" charset="0"/>
                <a:ea typeface="Inter Medium" panose="02000503000000020004" pitchFamily="2" charset="0"/>
              </a:rPr>
              <a:t>$15.2 Billion</a:t>
            </a:r>
            <a:endParaRPr lang="en-PL" sz="4000">
              <a:solidFill>
                <a:schemeClr val="tx1">
                  <a:lumMod val="75000"/>
                  <a:lumOff val="25000"/>
                </a:schemeClr>
              </a:solidFill>
              <a:latin typeface="Inter Medium" panose="02000503000000020004" pitchFamily="2" charset="0"/>
              <a:ea typeface="Inter Medium" panose="02000503000000020004" pitchFamily="2" charset="0"/>
              <a:cs typeface="Poppins" pitchFamily="2" charset="77"/>
            </a:endParaRPr>
          </a:p>
        </p:txBody>
      </p:sp>
      <p:cxnSp>
        <p:nvCxnSpPr>
          <p:cNvPr id="12" name="Straight Connector 11">
            <a:extLst>
              <a:ext uri="{FF2B5EF4-FFF2-40B4-BE49-F238E27FC236}">
                <a16:creationId xmlns:a16="http://schemas.microsoft.com/office/drawing/2014/main" id="{8A1A6707-8124-0356-0A82-A63BF5B4C9CA}"/>
              </a:ext>
            </a:extLst>
          </p:cNvPr>
          <p:cNvCxnSpPr>
            <a:cxnSpLocks/>
          </p:cNvCxnSpPr>
          <p:nvPr/>
        </p:nvCxnSpPr>
        <p:spPr>
          <a:xfrm flipH="1">
            <a:off x="0" y="4848636"/>
            <a:ext cx="5841580" cy="0"/>
          </a:xfrm>
          <a:prstGeom prst="line">
            <a:avLst/>
          </a:prstGeom>
          <a:ln w="12700">
            <a:solidFill>
              <a:schemeClr val="bg2">
                <a:lumMod val="90000"/>
                <a:alpha val="23000"/>
              </a:schemeClr>
            </a:solidFill>
          </a:ln>
        </p:spPr>
        <p:style>
          <a:lnRef idx="2">
            <a:schemeClr val="dk1"/>
          </a:lnRef>
          <a:fillRef idx="0">
            <a:schemeClr val="dk1"/>
          </a:fillRef>
          <a:effectRef idx="1">
            <a:schemeClr val="dk1"/>
          </a:effectRef>
          <a:fontRef idx="minor">
            <a:schemeClr val="tx1"/>
          </a:fontRef>
        </p:style>
      </p:cxnSp>
      <p:sp>
        <p:nvSpPr>
          <p:cNvPr id="14" name="Subtitle 2">
            <a:extLst>
              <a:ext uri="{FF2B5EF4-FFF2-40B4-BE49-F238E27FC236}">
                <a16:creationId xmlns:a16="http://schemas.microsoft.com/office/drawing/2014/main" id="{D0D3B2A5-E78B-5BC5-2503-328AB50EE676}"/>
              </a:ext>
            </a:extLst>
          </p:cNvPr>
          <p:cNvSpPr txBox="1">
            <a:spLocks/>
          </p:cNvSpPr>
          <p:nvPr/>
        </p:nvSpPr>
        <p:spPr>
          <a:xfrm>
            <a:off x="614855" y="5030879"/>
            <a:ext cx="2611216" cy="26314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200">
                <a:solidFill>
                  <a:schemeClr val="bg1">
                    <a:lumMod val="50000"/>
                  </a:schemeClr>
                </a:solidFill>
                <a:latin typeface="Poppins" pitchFamily="2" charset="77"/>
                <a:cs typeface="Poppins" pitchFamily="2" charset="77"/>
              </a:rPr>
              <a:t>SUBHEADER</a:t>
            </a:r>
            <a:endParaRPr lang="en-PL" sz="1800">
              <a:solidFill>
                <a:schemeClr val="bg1">
                  <a:lumMod val="50000"/>
                </a:schemeClr>
              </a:solidFill>
              <a:latin typeface="Poppins" pitchFamily="2" charset="77"/>
              <a:cs typeface="Poppins" pitchFamily="2" charset="77"/>
            </a:endParaRPr>
          </a:p>
        </p:txBody>
      </p:sp>
      <p:sp>
        <p:nvSpPr>
          <p:cNvPr id="16" name="TextBox 15">
            <a:extLst>
              <a:ext uri="{FF2B5EF4-FFF2-40B4-BE49-F238E27FC236}">
                <a16:creationId xmlns:a16="http://schemas.microsoft.com/office/drawing/2014/main" id="{164D0A58-6250-B99B-554A-FEFBAFE66E7F}"/>
              </a:ext>
            </a:extLst>
          </p:cNvPr>
          <p:cNvSpPr txBox="1"/>
          <p:nvPr/>
        </p:nvSpPr>
        <p:spPr>
          <a:xfrm>
            <a:off x="648394" y="5364005"/>
            <a:ext cx="4286343" cy="988604"/>
          </a:xfrm>
          <a:prstGeom prst="rect">
            <a:avLst/>
          </a:prstGeom>
          <a:noFill/>
        </p:spPr>
        <p:txBody>
          <a:bodyPr wrap="square">
            <a:spAutoFit/>
          </a:bodyPr>
          <a:lstStyle/>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Nam eget mauris volutpat nisl lacus</a:t>
            </a:r>
          </a:p>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Nisi dignissim in in dui</a:t>
            </a:r>
          </a:p>
          <a:p>
            <a:pPr marL="171450" indent="-171450">
              <a:lnSpc>
                <a:spcPct val="150000"/>
              </a:lnSpc>
              <a:buClr>
                <a:srgbClr val="D62293"/>
              </a:buClr>
              <a:buFont typeface="Courier New" panose="02070309020205020404" pitchFamily="49" charset="0"/>
              <a:buChar char="o"/>
            </a:pPr>
            <a:r>
              <a:rPr lang="en-PL" sz="1000">
                <a:solidFill>
                  <a:schemeClr val="tx1">
                    <a:lumMod val="75000"/>
                    <a:lumOff val="25000"/>
                  </a:schemeClr>
                </a:solidFill>
                <a:latin typeface="Inter Light" panose="02000503000000020004" pitchFamily="2" charset="0"/>
                <a:ea typeface="Inter Light" panose="02000503000000020004" pitchFamily="2" charset="0"/>
              </a:rPr>
              <a:t>Lorem ipsum dolor sit amet consectetur</a:t>
            </a:r>
          </a:p>
          <a:p>
            <a:pPr marL="171450" indent="-171450">
              <a:lnSpc>
                <a:spcPct val="150000"/>
              </a:lnSpc>
              <a:buClr>
                <a:srgbClr val="D62293"/>
              </a:buClr>
              <a:buFont typeface="Courier New" panose="02070309020205020404" pitchFamily="49" charset="0"/>
              <a:buChar char="o"/>
            </a:pPr>
            <a:endParaRPr lang="en-PL" sz="10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sp>
        <p:nvSpPr>
          <p:cNvPr id="17" name="Subtitle 2">
            <a:extLst>
              <a:ext uri="{FF2B5EF4-FFF2-40B4-BE49-F238E27FC236}">
                <a16:creationId xmlns:a16="http://schemas.microsoft.com/office/drawing/2014/main" id="{6CB2448E-3A7E-FDEC-B109-EF293E4BA441}"/>
              </a:ext>
            </a:extLst>
          </p:cNvPr>
          <p:cNvSpPr txBox="1">
            <a:spLocks/>
          </p:cNvSpPr>
          <p:nvPr/>
        </p:nvSpPr>
        <p:spPr>
          <a:xfrm>
            <a:off x="6895873" y="5808960"/>
            <a:ext cx="3943536" cy="276999"/>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PL" sz="1200">
                <a:solidFill>
                  <a:schemeClr val="tx1">
                    <a:lumMod val="75000"/>
                    <a:lumOff val="25000"/>
                  </a:schemeClr>
                </a:solidFill>
                <a:latin typeface="Inter Light" panose="02000503000000020004" pitchFamily="2" charset="0"/>
                <a:ea typeface="Inter Light" panose="02000503000000020004" pitchFamily="2" charset="0"/>
              </a:rPr>
              <a:t>Short description of the chart.</a:t>
            </a:r>
            <a:endParaRPr lang="en-PL" sz="12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endParaRPr>
          </a:p>
        </p:txBody>
      </p:sp>
      <p:graphicFrame>
        <p:nvGraphicFramePr>
          <p:cNvPr id="18" name="Chart 17">
            <a:extLst>
              <a:ext uri="{FF2B5EF4-FFF2-40B4-BE49-F238E27FC236}">
                <a16:creationId xmlns:a16="http://schemas.microsoft.com/office/drawing/2014/main" id="{7A98CD81-CF83-150B-5DC5-F59475AF47A7}"/>
              </a:ext>
            </a:extLst>
          </p:cNvPr>
          <p:cNvGraphicFramePr/>
          <p:nvPr>
            <p:extLst>
              <p:ext uri="{D42A27DB-BD31-4B8C-83A1-F6EECF244321}">
                <p14:modId xmlns:p14="http://schemas.microsoft.com/office/powerpoint/2010/main" val="2148183498"/>
              </p:ext>
            </p:extLst>
          </p:nvPr>
        </p:nvGraphicFramePr>
        <p:xfrm>
          <a:off x="6350422" y="1192148"/>
          <a:ext cx="4923572" cy="454356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1582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CCD33-577E-5BB4-6BEB-51D0BCE17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7AB40-C2AE-9986-07D3-7E743FE7AC6D}"/>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Resource Page</a:t>
            </a:r>
          </a:p>
        </p:txBody>
      </p:sp>
      <p:sp>
        <p:nvSpPr>
          <p:cNvPr id="10" name="Subtitle 2">
            <a:extLst>
              <a:ext uri="{FF2B5EF4-FFF2-40B4-BE49-F238E27FC236}">
                <a16:creationId xmlns:a16="http://schemas.microsoft.com/office/drawing/2014/main" id="{CF116377-2808-5E15-9947-02A53F0DBB29}"/>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sp>
        <p:nvSpPr>
          <p:cNvPr id="9" name="Subtitle 2">
            <a:extLst>
              <a:ext uri="{FF2B5EF4-FFF2-40B4-BE49-F238E27FC236}">
                <a16:creationId xmlns:a16="http://schemas.microsoft.com/office/drawing/2014/main" id="{75F1905A-51D9-5D8E-7D0F-E54D83644475}"/>
              </a:ext>
            </a:extLst>
          </p:cNvPr>
          <p:cNvSpPr txBox="1">
            <a:spLocks/>
          </p:cNvSpPr>
          <p:nvPr/>
        </p:nvSpPr>
        <p:spPr>
          <a:xfrm>
            <a:off x="585757" y="2529504"/>
            <a:ext cx="2611216" cy="23468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PL" sz="1000">
                <a:solidFill>
                  <a:schemeClr val="bg1">
                    <a:lumMod val="50000"/>
                  </a:schemeClr>
                </a:solidFill>
                <a:latin typeface="Poppins" pitchFamily="2" charset="77"/>
                <a:cs typeface="Poppins" pitchFamily="2" charset="77"/>
              </a:rPr>
              <a:t>SUBHEADER</a:t>
            </a:r>
            <a:endParaRPr lang="en-PL" sz="1200">
              <a:solidFill>
                <a:schemeClr val="bg1">
                  <a:lumMod val="50000"/>
                </a:schemeClr>
              </a:solidFill>
              <a:latin typeface="Poppins" pitchFamily="2" charset="77"/>
              <a:cs typeface="Poppins" pitchFamily="2" charset="77"/>
            </a:endParaRPr>
          </a:p>
        </p:txBody>
      </p:sp>
      <p:sp>
        <p:nvSpPr>
          <p:cNvPr id="11" name="Rounded Rectangle 10">
            <a:extLst>
              <a:ext uri="{FF2B5EF4-FFF2-40B4-BE49-F238E27FC236}">
                <a16:creationId xmlns:a16="http://schemas.microsoft.com/office/drawing/2014/main" id="{F130F3C2-FA71-F094-E209-42DCE2DD00FB}"/>
              </a:ext>
            </a:extLst>
          </p:cNvPr>
          <p:cNvSpPr/>
          <p:nvPr/>
        </p:nvSpPr>
        <p:spPr>
          <a:xfrm>
            <a:off x="585757" y="2883908"/>
            <a:ext cx="2275840" cy="668884"/>
          </a:xfrm>
          <a:prstGeom prst="roundRect">
            <a:avLst>
              <a:gd name="adj" fmla="val 1791"/>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endParaRPr lang="en-PL" sz="1000">
              <a:solidFill>
                <a:srgbClr val="222328"/>
              </a:solidFill>
              <a:latin typeface="Inter" panose="02000503000000020004" pitchFamily="2" charset="0"/>
              <a:ea typeface="Inter" panose="02000503000000020004" pitchFamily="2" charset="0"/>
            </a:endParaRPr>
          </a:p>
        </p:txBody>
      </p:sp>
      <p:pic>
        <p:nvPicPr>
          <p:cNvPr id="12" name="Graphic 11">
            <a:extLst>
              <a:ext uri="{FF2B5EF4-FFF2-40B4-BE49-F238E27FC236}">
                <a16:creationId xmlns:a16="http://schemas.microsoft.com/office/drawing/2014/main" id="{B89E4502-F4AB-B481-F4F0-DFFDA389F7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095" y="3075817"/>
            <a:ext cx="228600" cy="228600"/>
          </a:xfrm>
          <a:prstGeom prst="rect">
            <a:avLst/>
          </a:prstGeom>
        </p:spPr>
      </p:pic>
      <p:sp>
        <p:nvSpPr>
          <p:cNvPr id="14" name="TextBox 13">
            <a:extLst>
              <a:ext uri="{FF2B5EF4-FFF2-40B4-BE49-F238E27FC236}">
                <a16:creationId xmlns:a16="http://schemas.microsoft.com/office/drawing/2014/main" id="{1E83D4FA-70C3-3B51-04A9-FC4750C09471}"/>
              </a:ext>
            </a:extLst>
          </p:cNvPr>
          <p:cNvSpPr txBox="1"/>
          <p:nvPr/>
        </p:nvSpPr>
        <p:spPr>
          <a:xfrm>
            <a:off x="923695" y="3217403"/>
            <a:ext cx="1995098" cy="215444"/>
          </a:xfrm>
          <a:prstGeom prst="rect">
            <a:avLst/>
          </a:prstGeom>
          <a:noFill/>
        </p:spPr>
        <p:txBody>
          <a:bodyPr wrap="square">
            <a:spAutoFit/>
          </a:bodyPr>
          <a:lstStyle/>
          <a:p>
            <a:r>
              <a:rPr lang="pl-PL" sz="800">
                <a:solidFill>
                  <a:schemeClr val="bg2">
                    <a:lumMod val="25000"/>
                  </a:schemeClr>
                </a:solidFill>
                <a:latin typeface="Inter" panose="02000503000000020004" pitchFamily="2" charset="0"/>
                <a:ea typeface="Inter" panose="02000503000000020004" pitchFamily="2" charset="0"/>
              </a:rPr>
              <a:t>REFERENCE ARCHITECTURE</a:t>
            </a:r>
            <a:endParaRPr lang="en-PL" sz="800">
              <a:solidFill>
                <a:schemeClr val="bg2">
                  <a:lumMod val="25000"/>
                </a:schemeClr>
              </a:solidFill>
              <a:latin typeface="Inter" panose="02000503000000020004" pitchFamily="2" charset="0"/>
              <a:ea typeface="Inter" panose="02000503000000020004" pitchFamily="2" charset="0"/>
            </a:endParaRPr>
          </a:p>
        </p:txBody>
      </p:sp>
      <p:sp>
        <p:nvSpPr>
          <p:cNvPr id="15" name="TextBox 14">
            <a:extLst>
              <a:ext uri="{FF2B5EF4-FFF2-40B4-BE49-F238E27FC236}">
                <a16:creationId xmlns:a16="http://schemas.microsoft.com/office/drawing/2014/main" id="{F50F4BB5-50FF-E7BA-E3EB-FB1A9C7B1366}"/>
              </a:ext>
            </a:extLst>
          </p:cNvPr>
          <p:cNvSpPr txBox="1"/>
          <p:nvPr/>
        </p:nvSpPr>
        <p:spPr>
          <a:xfrm>
            <a:off x="923695" y="2983135"/>
            <a:ext cx="1995098" cy="246221"/>
          </a:xfrm>
          <a:prstGeom prst="rect">
            <a:avLst/>
          </a:prstGeom>
          <a:noFill/>
        </p:spPr>
        <p:txBody>
          <a:bodyPr wrap="square">
            <a:spAutoFit/>
          </a:bodyPr>
          <a:lstStyle/>
          <a:p>
            <a:r>
              <a:rPr lang="pl-PL" sz="1000" strike="sngStrike">
                <a:solidFill>
                  <a:schemeClr val="bg2">
                    <a:lumMod val="25000"/>
                  </a:schemeClr>
                </a:solidFill>
                <a:latin typeface="Inter" panose="02000503000000020004" pitchFamily="2" charset="0"/>
                <a:ea typeface="Inter" panose="02000503000000020004" pitchFamily="2" charset="0"/>
              </a:rPr>
              <a:t>Container Backups</a:t>
            </a:r>
            <a:endParaRPr lang="en-PL" sz="1000" strike="sngStrike">
              <a:solidFill>
                <a:schemeClr val="bg2">
                  <a:lumMod val="25000"/>
                </a:schemeClr>
              </a:solidFill>
              <a:latin typeface="Inter" panose="02000503000000020004" pitchFamily="2" charset="0"/>
              <a:ea typeface="Inter" panose="02000503000000020004" pitchFamily="2" charset="0"/>
            </a:endParaRPr>
          </a:p>
        </p:txBody>
      </p:sp>
      <p:pic>
        <p:nvPicPr>
          <p:cNvPr id="28" name="Graphic 27">
            <a:extLst>
              <a:ext uri="{FF2B5EF4-FFF2-40B4-BE49-F238E27FC236}">
                <a16:creationId xmlns:a16="http://schemas.microsoft.com/office/drawing/2014/main" id="{37B26303-A429-B01F-EEC6-97749C8AD2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0160" y="3139022"/>
            <a:ext cx="228600" cy="228600"/>
          </a:xfrm>
          <a:prstGeom prst="rect">
            <a:avLst/>
          </a:prstGeom>
        </p:spPr>
      </p:pic>
      <p:sp>
        <p:nvSpPr>
          <p:cNvPr id="31" name="Rounded Rectangle 30">
            <a:extLst>
              <a:ext uri="{FF2B5EF4-FFF2-40B4-BE49-F238E27FC236}">
                <a16:creationId xmlns:a16="http://schemas.microsoft.com/office/drawing/2014/main" id="{D022B783-1309-8859-C667-73F140DA4EC9}"/>
              </a:ext>
            </a:extLst>
          </p:cNvPr>
          <p:cNvSpPr/>
          <p:nvPr/>
        </p:nvSpPr>
        <p:spPr>
          <a:xfrm>
            <a:off x="3200487" y="2883908"/>
            <a:ext cx="2275840" cy="668884"/>
          </a:xfrm>
          <a:prstGeom prst="roundRect">
            <a:avLst>
              <a:gd name="adj" fmla="val 1791"/>
            </a:avLst>
          </a:prstGeom>
          <a:solidFill>
            <a:srgbClr val="FCFAFF"/>
          </a:solidFill>
          <a:ln w="6350">
            <a:solidFill>
              <a:schemeClr val="bg2">
                <a:lumMod val="9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endParaRPr lang="en-PL" sz="1000">
              <a:solidFill>
                <a:srgbClr val="222328"/>
              </a:solidFill>
              <a:latin typeface="Inter" panose="02000503000000020004" pitchFamily="2" charset="0"/>
              <a:ea typeface="Inter" panose="02000503000000020004" pitchFamily="2" charset="0"/>
            </a:endParaRPr>
          </a:p>
        </p:txBody>
      </p:sp>
      <p:sp>
        <p:nvSpPr>
          <p:cNvPr id="33" name="TextBox 32">
            <a:extLst>
              <a:ext uri="{FF2B5EF4-FFF2-40B4-BE49-F238E27FC236}">
                <a16:creationId xmlns:a16="http://schemas.microsoft.com/office/drawing/2014/main" id="{C643DC76-161A-C43E-DB91-822A76A3D3C5}"/>
              </a:ext>
            </a:extLst>
          </p:cNvPr>
          <p:cNvSpPr txBox="1"/>
          <p:nvPr/>
        </p:nvSpPr>
        <p:spPr>
          <a:xfrm>
            <a:off x="3538425" y="3217403"/>
            <a:ext cx="1995098" cy="215444"/>
          </a:xfrm>
          <a:prstGeom prst="rect">
            <a:avLst/>
          </a:prstGeom>
          <a:noFill/>
        </p:spPr>
        <p:txBody>
          <a:bodyPr wrap="square">
            <a:spAutoFit/>
          </a:bodyPr>
          <a:lstStyle/>
          <a:p>
            <a:r>
              <a:rPr lang="pl-PL" sz="800">
                <a:solidFill>
                  <a:schemeClr val="bg2">
                    <a:lumMod val="25000"/>
                  </a:schemeClr>
                </a:solidFill>
                <a:latin typeface="Inter" panose="02000503000000020004" pitchFamily="2" charset="0"/>
                <a:ea typeface="Inter" panose="02000503000000020004" pitchFamily="2" charset="0"/>
              </a:rPr>
              <a:t>REFERENCE ARCHITECTURE</a:t>
            </a:r>
            <a:endParaRPr lang="en-PL" sz="800">
              <a:solidFill>
                <a:schemeClr val="bg2">
                  <a:lumMod val="25000"/>
                </a:schemeClr>
              </a:solidFill>
              <a:latin typeface="Inter" panose="02000503000000020004" pitchFamily="2" charset="0"/>
              <a:ea typeface="Inter" panose="02000503000000020004" pitchFamily="2" charset="0"/>
            </a:endParaRPr>
          </a:p>
        </p:txBody>
      </p:sp>
      <p:sp>
        <p:nvSpPr>
          <p:cNvPr id="34" name="TextBox 33">
            <a:extLst>
              <a:ext uri="{FF2B5EF4-FFF2-40B4-BE49-F238E27FC236}">
                <a16:creationId xmlns:a16="http://schemas.microsoft.com/office/drawing/2014/main" id="{CB166348-DA57-3C78-AABD-92C0A6A4C226}"/>
              </a:ext>
            </a:extLst>
          </p:cNvPr>
          <p:cNvSpPr txBox="1"/>
          <p:nvPr/>
        </p:nvSpPr>
        <p:spPr>
          <a:xfrm>
            <a:off x="3538425" y="2983135"/>
            <a:ext cx="1995098" cy="246221"/>
          </a:xfrm>
          <a:prstGeom prst="rect">
            <a:avLst/>
          </a:prstGeom>
          <a:noFill/>
        </p:spPr>
        <p:txBody>
          <a:bodyPr wrap="square">
            <a:spAutoFit/>
          </a:bodyPr>
          <a:lstStyle/>
          <a:p>
            <a:r>
              <a:rPr lang="pl-PL" sz="1000">
                <a:solidFill>
                  <a:srgbClr val="D62293"/>
                </a:solidFill>
                <a:latin typeface="Inter" panose="02000503000000020004" pitchFamily="2" charset="0"/>
                <a:ea typeface="Inter" panose="02000503000000020004" pitchFamily="2" charset="0"/>
              </a:rPr>
              <a:t>Container Backups</a:t>
            </a:r>
            <a:endParaRPr lang="en-PL" sz="1000">
              <a:solidFill>
                <a:srgbClr val="D62293"/>
              </a:solidFill>
              <a:latin typeface="Inter" panose="02000503000000020004" pitchFamily="2" charset="0"/>
              <a:ea typeface="Inter" panose="02000503000000020004" pitchFamily="2" charset="0"/>
            </a:endParaRPr>
          </a:p>
        </p:txBody>
      </p:sp>
      <p:pic>
        <p:nvPicPr>
          <p:cNvPr id="38" name="Graphic 37">
            <a:extLst>
              <a:ext uri="{FF2B5EF4-FFF2-40B4-BE49-F238E27FC236}">
                <a16:creationId xmlns:a16="http://schemas.microsoft.com/office/drawing/2014/main" id="{30B8E4C3-6039-561B-27B5-9FC7649CC9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6154" y="3108203"/>
            <a:ext cx="228600" cy="228600"/>
          </a:xfrm>
          <a:prstGeom prst="rect">
            <a:avLst/>
          </a:prstGeom>
        </p:spPr>
      </p:pic>
      <p:sp>
        <p:nvSpPr>
          <p:cNvPr id="39" name="Rounded Rectangle 38">
            <a:extLst>
              <a:ext uri="{FF2B5EF4-FFF2-40B4-BE49-F238E27FC236}">
                <a16:creationId xmlns:a16="http://schemas.microsoft.com/office/drawing/2014/main" id="{C7C7D2C9-3BE1-4F2E-F17E-540101B27029}"/>
              </a:ext>
            </a:extLst>
          </p:cNvPr>
          <p:cNvSpPr/>
          <p:nvPr/>
        </p:nvSpPr>
        <p:spPr>
          <a:xfrm>
            <a:off x="585757" y="3647168"/>
            <a:ext cx="2275840" cy="668884"/>
          </a:xfrm>
          <a:prstGeom prst="roundRect">
            <a:avLst>
              <a:gd name="adj" fmla="val 1791"/>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endParaRPr lang="en-PL" sz="1000">
              <a:solidFill>
                <a:srgbClr val="222328"/>
              </a:solidFill>
              <a:latin typeface="Inter" panose="02000503000000020004" pitchFamily="2" charset="0"/>
              <a:ea typeface="Inter" panose="02000503000000020004" pitchFamily="2" charset="0"/>
            </a:endParaRPr>
          </a:p>
        </p:txBody>
      </p:sp>
      <p:pic>
        <p:nvPicPr>
          <p:cNvPr id="40" name="Graphic 39">
            <a:extLst>
              <a:ext uri="{FF2B5EF4-FFF2-40B4-BE49-F238E27FC236}">
                <a16:creationId xmlns:a16="http://schemas.microsoft.com/office/drawing/2014/main" id="{AB14D0AE-80A7-3362-4081-C1825C45F9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095" y="3839077"/>
            <a:ext cx="228600" cy="228600"/>
          </a:xfrm>
          <a:prstGeom prst="rect">
            <a:avLst/>
          </a:prstGeom>
        </p:spPr>
      </p:pic>
      <p:sp>
        <p:nvSpPr>
          <p:cNvPr id="41" name="TextBox 40">
            <a:extLst>
              <a:ext uri="{FF2B5EF4-FFF2-40B4-BE49-F238E27FC236}">
                <a16:creationId xmlns:a16="http://schemas.microsoft.com/office/drawing/2014/main" id="{CFBA95DE-F030-DC87-AE8F-85EDAE2FF345}"/>
              </a:ext>
            </a:extLst>
          </p:cNvPr>
          <p:cNvSpPr txBox="1"/>
          <p:nvPr/>
        </p:nvSpPr>
        <p:spPr>
          <a:xfrm>
            <a:off x="923695" y="3980663"/>
            <a:ext cx="1995098" cy="215444"/>
          </a:xfrm>
          <a:prstGeom prst="rect">
            <a:avLst/>
          </a:prstGeom>
          <a:noFill/>
        </p:spPr>
        <p:txBody>
          <a:bodyPr wrap="square">
            <a:spAutoFit/>
          </a:bodyPr>
          <a:lstStyle/>
          <a:p>
            <a:r>
              <a:rPr lang="pl-PL" sz="800">
                <a:solidFill>
                  <a:schemeClr val="bg2">
                    <a:lumMod val="25000"/>
                  </a:schemeClr>
                </a:solidFill>
                <a:latin typeface="Inter" panose="02000503000000020004" pitchFamily="2" charset="0"/>
                <a:ea typeface="Inter" panose="02000503000000020004" pitchFamily="2" charset="0"/>
              </a:rPr>
              <a:t>REFERENCE ARCHITECTURE</a:t>
            </a:r>
            <a:endParaRPr lang="en-PL" sz="800">
              <a:solidFill>
                <a:schemeClr val="bg2">
                  <a:lumMod val="25000"/>
                </a:schemeClr>
              </a:solidFill>
              <a:latin typeface="Inter" panose="02000503000000020004" pitchFamily="2" charset="0"/>
              <a:ea typeface="Inter" panose="02000503000000020004" pitchFamily="2" charset="0"/>
            </a:endParaRPr>
          </a:p>
        </p:txBody>
      </p:sp>
      <p:sp>
        <p:nvSpPr>
          <p:cNvPr id="42" name="TextBox 41">
            <a:extLst>
              <a:ext uri="{FF2B5EF4-FFF2-40B4-BE49-F238E27FC236}">
                <a16:creationId xmlns:a16="http://schemas.microsoft.com/office/drawing/2014/main" id="{8F8BF197-4F3E-2F26-15EE-D18455403774}"/>
              </a:ext>
            </a:extLst>
          </p:cNvPr>
          <p:cNvSpPr txBox="1"/>
          <p:nvPr/>
        </p:nvSpPr>
        <p:spPr>
          <a:xfrm>
            <a:off x="923695" y="3746395"/>
            <a:ext cx="1995098" cy="246221"/>
          </a:xfrm>
          <a:prstGeom prst="rect">
            <a:avLst/>
          </a:prstGeom>
          <a:noFill/>
        </p:spPr>
        <p:txBody>
          <a:bodyPr wrap="square">
            <a:spAutoFit/>
          </a:bodyPr>
          <a:lstStyle/>
          <a:p>
            <a:r>
              <a:rPr lang="pl-PL" sz="1000" strike="sngStrike">
                <a:solidFill>
                  <a:schemeClr val="bg2">
                    <a:lumMod val="25000"/>
                  </a:schemeClr>
                </a:solidFill>
                <a:latin typeface="Inter" panose="02000503000000020004" pitchFamily="2" charset="0"/>
                <a:ea typeface="Inter" panose="02000503000000020004" pitchFamily="2" charset="0"/>
              </a:rPr>
              <a:t>Container Backups</a:t>
            </a:r>
            <a:endParaRPr lang="en-PL" sz="1000" strike="sngStrike">
              <a:solidFill>
                <a:schemeClr val="bg2">
                  <a:lumMod val="25000"/>
                </a:schemeClr>
              </a:solidFill>
              <a:latin typeface="Inter" panose="02000503000000020004" pitchFamily="2" charset="0"/>
              <a:ea typeface="Inter" panose="02000503000000020004" pitchFamily="2" charset="0"/>
            </a:endParaRPr>
          </a:p>
        </p:txBody>
      </p:sp>
      <p:pic>
        <p:nvPicPr>
          <p:cNvPr id="43" name="Graphic 42">
            <a:extLst>
              <a:ext uri="{FF2B5EF4-FFF2-40B4-BE49-F238E27FC236}">
                <a16:creationId xmlns:a16="http://schemas.microsoft.com/office/drawing/2014/main" id="{525CC307-1930-D06C-98DC-7FF6EAA1C1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0160" y="3902282"/>
            <a:ext cx="228600" cy="228600"/>
          </a:xfrm>
          <a:prstGeom prst="rect">
            <a:avLst/>
          </a:prstGeom>
        </p:spPr>
      </p:pic>
      <p:sp>
        <p:nvSpPr>
          <p:cNvPr id="44" name="Rounded Rectangle 43">
            <a:extLst>
              <a:ext uri="{FF2B5EF4-FFF2-40B4-BE49-F238E27FC236}">
                <a16:creationId xmlns:a16="http://schemas.microsoft.com/office/drawing/2014/main" id="{F8B8DE97-0AF8-7F39-D9AB-D6A69DFB2259}"/>
              </a:ext>
            </a:extLst>
          </p:cNvPr>
          <p:cNvSpPr/>
          <p:nvPr/>
        </p:nvSpPr>
        <p:spPr>
          <a:xfrm>
            <a:off x="3200487" y="3647168"/>
            <a:ext cx="2275840" cy="668884"/>
          </a:xfrm>
          <a:prstGeom prst="roundRect">
            <a:avLst>
              <a:gd name="adj" fmla="val 1791"/>
            </a:avLst>
          </a:prstGeom>
          <a:solidFill>
            <a:srgbClr val="FCFAFF"/>
          </a:solidFill>
          <a:ln w="6350">
            <a:solidFill>
              <a:schemeClr val="bg2">
                <a:lumMod val="9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endParaRPr lang="en-PL" sz="1000">
              <a:solidFill>
                <a:srgbClr val="222328"/>
              </a:solidFill>
              <a:latin typeface="Inter" panose="02000503000000020004" pitchFamily="2" charset="0"/>
              <a:ea typeface="Inter" panose="02000503000000020004" pitchFamily="2" charset="0"/>
            </a:endParaRPr>
          </a:p>
        </p:txBody>
      </p:sp>
      <p:sp>
        <p:nvSpPr>
          <p:cNvPr id="45" name="TextBox 44">
            <a:extLst>
              <a:ext uri="{FF2B5EF4-FFF2-40B4-BE49-F238E27FC236}">
                <a16:creationId xmlns:a16="http://schemas.microsoft.com/office/drawing/2014/main" id="{5FED8F70-2C0A-DB1E-B733-57AC430825DA}"/>
              </a:ext>
            </a:extLst>
          </p:cNvPr>
          <p:cNvSpPr txBox="1"/>
          <p:nvPr/>
        </p:nvSpPr>
        <p:spPr>
          <a:xfrm>
            <a:off x="3538425" y="3980663"/>
            <a:ext cx="1995098" cy="215444"/>
          </a:xfrm>
          <a:prstGeom prst="rect">
            <a:avLst/>
          </a:prstGeom>
          <a:noFill/>
        </p:spPr>
        <p:txBody>
          <a:bodyPr wrap="square">
            <a:spAutoFit/>
          </a:bodyPr>
          <a:lstStyle/>
          <a:p>
            <a:r>
              <a:rPr lang="pl-PL" sz="800">
                <a:solidFill>
                  <a:schemeClr val="bg2">
                    <a:lumMod val="25000"/>
                  </a:schemeClr>
                </a:solidFill>
                <a:latin typeface="Inter" panose="02000503000000020004" pitchFamily="2" charset="0"/>
                <a:ea typeface="Inter" panose="02000503000000020004" pitchFamily="2" charset="0"/>
              </a:rPr>
              <a:t>REFERENCE ARCHITECTURE</a:t>
            </a:r>
            <a:endParaRPr lang="en-PL" sz="800">
              <a:solidFill>
                <a:schemeClr val="bg2">
                  <a:lumMod val="25000"/>
                </a:schemeClr>
              </a:solidFill>
              <a:latin typeface="Inter" panose="02000503000000020004" pitchFamily="2" charset="0"/>
              <a:ea typeface="Inter" panose="02000503000000020004" pitchFamily="2" charset="0"/>
            </a:endParaRPr>
          </a:p>
        </p:txBody>
      </p:sp>
      <p:sp>
        <p:nvSpPr>
          <p:cNvPr id="46" name="TextBox 45">
            <a:extLst>
              <a:ext uri="{FF2B5EF4-FFF2-40B4-BE49-F238E27FC236}">
                <a16:creationId xmlns:a16="http://schemas.microsoft.com/office/drawing/2014/main" id="{3D749EEF-7639-9FB7-D303-EB135B81CB93}"/>
              </a:ext>
            </a:extLst>
          </p:cNvPr>
          <p:cNvSpPr txBox="1"/>
          <p:nvPr/>
        </p:nvSpPr>
        <p:spPr>
          <a:xfrm>
            <a:off x="3538425" y="3746395"/>
            <a:ext cx="1995098" cy="246221"/>
          </a:xfrm>
          <a:prstGeom prst="rect">
            <a:avLst/>
          </a:prstGeom>
          <a:noFill/>
        </p:spPr>
        <p:txBody>
          <a:bodyPr wrap="square">
            <a:spAutoFit/>
          </a:bodyPr>
          <a:lstStyle/>
          <a:p>
            <a:r>
              <a:rPr lang="pl-PL" sz="1000">
                <a:solidFill>
                  <a:srgbClr val="D62293"/>
                </a:solidFill>
                <a:latin typeface="Inter" panose="02000503000000020004" pitchFamily="2" charset="0"/>
                <a:ea typeface="Inter" panose="02000503000000020004" pitchFamily="2" charset="0"/>
              </a:rPr>
              <a:t>Container Backups</a:t>
            </a:r>
            <a:endParaRPr lang="en-PL" sz="1000">
              <a:solidFill>
                <a:srgbClr val="D62293"/>
              </a:solidFill>
              <a:latin typeface="Inter" panose="02000503000000020004" pitchFamily="2" charset="0"/>
              <a:ea typeface="Inter" panose="02000503000000020004" pitchFamily="2" charset="0"/>
            </a:endParaRPr>
          </a:p>
        </p:txBody>
      </p:sp>
      <p:pic>
        <p:nvPicPr>
          <p:cNvPr id="47" name="Graphic 46">
            <a:extLst>
              <a:ext uri="{FF2B5EF4-FFF2-40B4-BE49-F238E27FC236}">
                <a16:creationId xmlns:a16="http://schemas.microsoft.com/office/drawing/2014/main" id="{B7192D45-3B3F-98C5-AA77-8C21B37760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6154" y="3871463"/>
            <a:ext cx="228600" cy="228600"/>
          </a:xfrm>
          <a:prstGeom prst="rect">
            <a:avLst/>
          </a:prstGeom>
        </p:spPr>
      </p:pic>
      <p:sp>
        <p:nvSpPr>
          <p:cNvPr id="48" name="Rounded Rectangle 47">
            <a:extLst>
              <a:ext uri="{FF2B5EF4-FFF2-40B4-BE49-F238E27FC236}">
                <a16:creationId xmlns:a16="http://schemas.microsoft.com/office/drawing/2014/main" id="{4AEEDF23-5837-8788-A10D-E24870EEDFD9}"/>
              </a:ext>
            </a:extLst>
          </p:cNvPr>
          <p:cNvSpPr/>
          <p:nvPr/>
        </p:nvSpPr>
        <p:spPr>
          <a:xfrm>
            <a:off x="585757" y="4387756"/>
            <a:ext cx="2275840" cy="668884"/>
          </a:xfrm>
          <a:prstGeom prst="roundRect">
            <a:avLst>
              <a:gd name="adj" fmla="val 1791"/>
            </a:avLst>
          </a:prstGeom>
          <a:noFill/>
          <a:ln w="6350">
            <a:solidFill>
              <a:schemeClr val="bg1">
                <a:lumMod val="9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endParaRPr lang="en-PL" sz="1000">
              <a:solidFill>
                <a:srgbClr val="222328"/>
              </a:solidFill>
              <a:latin typeface="Inter" panose="02000503000000020004" pitchFamily="2" charset="0"/>
              <a:ea typeface="Inter" panose="02000503000000020004" pitchFamily="2" charset="0"/>
            </a:endParaRPr>
          </a:p>
        </p:txBody>
      </p:sp>
      <p:pic>
        <p:nvPicPr>
          <p:cNvPr id="49" name="Graphic 48">
            <a:extLst>
              <a:ext uri="{FF2B5EF4-FFF2-40B4-BE49-F238E27FC236}">
                <a16:creationId xmlns:a16="http://schemas.microsoft.com/office/drawing/2014/main" id="{9840A768-E346-3B0E-F841-3F575CC637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095" y="4579665"/>
            <a:ext cx="228600" cy="228600"/>
          </a:xfrm>
          <a:prstGeom prst="rect">
            <a:avLst/>
          </a:prstGeom>
        </p:spPr>
      </p:pic>
      <p:sp>
        <p:nvSpPr>
          <p:cNvPr id="50" name="TextBox 49">
            <a:extLst>
              <a:ext uri="{FF2B5EF4-FFF2-40B4-BE49-F238E27FC236}">
                <a16:creationId xmlns:a16="http://schemas.microsoft.com/office/drawing/2014/main" id="{7867212F-CD47-AECF-0936-79C9F4D45783}"/>
              </a:ext>
            </a:extLst>
          </p:cNvPr>
          <p:cNvSpPr txBox="1"/>
          <p:nvPr/>
        </p:nvSpPr>
        <p:spPr>
          <a:xfrm>
            <a:off x="923695" y="4721251"/>
            <a:ext cx="1995098" cy="215444"/>
          </a:xfrm>
          <a:prstGeom prst="rect">
            <a:avLst/>
          </a:prstGeom>
          <a:noFill/>
        </p:spPr>
        <p:txBody>
          <a:bodyPr wrap="square">
            <a:spAutoFit/>
          </a:bodyPr>
          <a:lstStyle/>
          <a:p>
            <a:r>
              <a:rPr lang="pl-PL" sz="800">
                <a:solidFill>
                  <a:schemeClr val="bg2">
                    <a:lumMod val="25000"/>
                  </a:schemeClr>
                </a:solidFill>
                <a:latin typeface="Inter" panose="02000503000000020004" pitchFamily="2" charset="0"/>
                <a:ea typeface="Inter" panose="02000503000000020004" pitchFamily="2" charset="0"/>
              </a:rPr>
              <a:t>REFERENCE ARCHITECTURE</a:t>
            </a:r>
            <a:endParaRPr lang="en-PL" sz="800">
              <a:solidFill>
                <a:schemeClr val="bg2">
                  <a:lumMod val="25000"/>
                </a:schemeClr>
              </a:solidFill>
              <a:latin typeface="Inter" panose="02000503000000020004" pitchFamily="2" charset="0"/>
              <a:ea typeface="Inter" panose="02000503000000020004" pitchFamily="2" charset="0"/>
            </a:endParaRPr>
          </a:p>
        </p:txBody>
      </p:sp>
      <p:sp>
        <p:nvSpPr>
          <p:cNvPr id="51" name="TextBox 50">
            <a:extLst>
              <a:ext uri="{FF2B5EF4-FFF2-40B4-BE49-F238E27FC236}">
                <a16:creationId xmlns:a16="http://schemas.microsoft.com/office/drawing/2014/main" id="{A78B9B23-F0E3-BBE5-1C8D-C046D8E6FFE6}"/>
              </a:ext>
            </a:extLst>
          </p:cNvPr>
          <p:cNvSpPr txBox="1"/>
          <p:nvPr/>
        </p:nvSpPr>
        <p:spPr>
          <a:xfrm>
            <a:off x="923695" y="4486983"/>
            <a:ext cx="1995098" cy="246221"/>
          </a:xfrm>
          <a:prstGeom prst="rect">
            <a:avLst/>
          </a:prstGeom>
          <a:noFill/>
        </p:spPr>
        <p:txBody>
          <a:bodyPr wrap="square">
            <a:spAutoFit/>
          </a:bodyPr>
          <a:lstStyle/>
          <a:p>
            <a:r>
              <a:rPr lang="pl-PL" sz="1000" strike="sngStrike">
                <a:solidFill>
                  <a:schemeClr val="bg2">
                    <a:lumMod val="25000"/>
                  </a:schemeClr>
                </a:solidFill>
                <a:latin typeface="Inter" panose="02000503000000020004" pitchFamily="2" charset="0"/>
                <a:ea typeface="Inter" panose="02000503000000020004" pitchFamily="2" charset="0"/>
              </a:rPr>
              <a:t>Container Backups</a:t>
            </a:r>
            <a:endParaRPr lang="en-PL" sz="1000" strike="sngStrike">
              <a:solidFill>
                <a:schemeClr val="bg2">
                  <a:lumMod val="25000"/>
                </a:schemeClr>
              </a:solidFill>
              <a:latin typeface="Inter" panose="02000503000000020004" pitchFamily="2" charset="0"/>
              <a:ea typeface="Inter" panose="02000503000000020004" pitchFamily="2" charset="0"/>
            </a:endParaRPr>
          </a:p>
        </p:txBody>
      </p:sp>
      <p:pic>
        <p:nvPicPr>
          <p:cNvPr id="52" name="Graphic 51">
            <a:extLst>
              <a:ext uri="{FF2B5EF4-FFF2-40B4-BE49-F238E27FC236}">
                <a16:creationId xmlns:a16="http://schemas.microsoft.com/office/drawing/2014/main" id="{D9EA378F-D9E4-748C-8AF8-7FCA9D1AD5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00160" y="4642870"/>
            <a:ext cx="228600" cy="228600"/>
          </a:xfrm>
          <a:prstGeom prst="rect">
            <a:avLst/>
          </a:prstGeom>
        </p:spPr>
      </p:pic>
      <p:sp>
        <p:nvSpPr>
          <p:cNvPr id="53" name="Rounded Rectangle 52">
            <a:extLst>
              <a:ext uri="{FF2B5EF4-FFF2-40B4-BE49-F238E27FC236}">
                <a16:creationId xmlns:a16="http://schemas.microsoft.com/office/drawing/2014/main" id="{5FECC931-A20D-1652-983E-BE4A430AA1D7}"/>
              </a:ext>
            </a:extLst>
          </p:cNvPr>
          <p:cNvSpPr/>
          <p:nvPr/>
        </p:nvSpPr>
        <p:spPr>
          <a:xfrm>
            <a:off x="3200487" y="4387756"/>
            <a:ext cx="2275840" cy="668884"/>
          </a:xfrm>
          <a:prstGeom prst="roundRect">
            <a:avLst>
              <a:gd name="adj" fmla="val 1791"/>
            </a:avLst>
          </a:prstGeom>
          <a:solidFill>
            <a:srgbClr val="FCFAFF"/>
          </a:solidFill>
          <a:ln w="6350">
            <a:solidFill>
              <a:schemeClr val="bg2">
                <a:lumMod val="90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r"/>
            <a:endParaRPr lang="en-PL" sz="1000">
              <a:solidFill>
                <a:srgbClr val="222328"/>
              </a:solidFill>
              <a:latin typeface="Inter" panose="02000503000000020004" pitchFamily="2" charset="0"/>
              <a:ea typeface="Inter" panose="02000503000000020004" pitchFamily="2" charset="0"/>
            </a:endParaRPr>
          </a:p>
        </p:txBody>
      </p:sp>
      <p:sp>
        <p:nvSpPr>
          <p:cNvPr id="54" name="TextBox 53">
            <a:extLst>
              <a:ext uri="{FF2B5EF4-FFF2-40B4-BE49-F238E27FC236}">
                <a16:creationId xmlns:a16="http://schemas.microsoft.com/office/drawing/2014/main" id="{CC2744C6-EB20-CBE9-8695-ED4EA2EF0A2F}"/>
              </a:ext>
            </a:extLst>
          </p:cNvPr>
          <p:cNvSpPr txBox="1"/>
          <p:nvPr/>
        </p:nvSpPr>
        <p:spPr>
          <a:xfrm>
            <a:off x="3538425" y="4721251"/>
            <a:ext cx="1995098" cy="215444"/>
          </a:xfrm>
          <a:prstGeom prst="rect">
            <a:avLst/>
          </a:prstGeom>
          <a:noFill/>
        </p:spPr>
        <p:txBody>
          <a:bodyPr wrap="square">
            <a:spAutoFit/>
          </a:bodyPr>
          <a:lstStyle/>
          <a:p>
            <a:r>
              <a:rPr lang="pl-PL" sz="800">
                <a:solidFill>
                  <a:schemeClr val="bg2">
                    <a:lumMod val="25000"/>
                  </a:schemeClr>
                </a:solidFill>
                <a:latin typeface="Inter" panose="02000503000000020004" pitchFamily="2" charset="0"/>
                <a:ea typeface="Inter" panose="02000503000000020004" pitchFamily="2" charset="0"/>
              </a:rPr>
              <a:t>REFERENCE ARCHITECTURE</a:t>
            </a:r>
            <a:endParaRPr lang="en-PL" sz="800">
              <a:solidFill>
                <a:schemeClr val="bg2">
                  <a:lumMod val="25000"/>
                </a:schemeClr>
              </a:solidFill>
              <a:latin typeface="Inter" panose="02000503000000020004" pitchFamily="2" charset="0"/>
              <a:ea typeface="Inter" panose="02000503000000020004" pitchFamily="2" charset="0"/>
            </a:endParaRPr>
          </a:p>
        </p:txBody>
      </p:sp>
      <p:sp>
        <p:nvSpPr>
          <p:cNvPr id="55" name="TextBox 54">
            <a:extLst>
              <a:ext uri="{FF2B5EF4-FFF2-40B4-BE49-F238E27FC236}">
                <a16:creationId xmlns:a16="http://schemas.microsoft.com/office/drawing/2014/main" id="{2D88BFAF-6D6C-181A-8AC5-66DBCADDA16C}"/>
              </a:ext>
            </a:extLst>
          </p:cNvPr>
          <p:cNvSpPr txBox="1"/>
          <p:nvPr/>
        </p:nvSpPr>
        <p:spPr>
          <a:xfrm>
            <a:off x="3538425" y="4486983"/>
            <a:ext cx="1995098" cy="246221"/>
          </a:xfrm>
          <a:prstGeom prst="rect">
            <a:avLst/>
          </a:prstGeom>
          <a:noFill/>
        </p:spPr>
        <p:txBody>
          <a:bodyPr wrap="square">
            <a:spAutoFit/>
          </a:bodyPr>
          <a:lstStyle/>
          <a:p>
            <a:r>
              <a:rPr lang="pl-PL" sz="1000">
                <a:solidFill>
                  <a:srgbClr val="D62293"/>
                </a:solidFill>
                <a:latin typeface="Inter" panose="02000503000000020004" pitchFamily="2" charset="0"/>
                <a:ea typeface="Inter" panose="02000503000000020004" pitchFamily="2" charset="0"/>
              </a:rPr>
              <a:t>Container Backups</a:t>
            </a:r>
            <a:endParaRPr lang="en-PL" sz="1000">
              <a:solidFill>
                <a:srgbClr val="D62293"/>
              </a:solidFill>
              <a:latin typeface="Inter" panose="02000503000000020004" pitchFamily="2" charset="0"/>
              <a:ea typeface="Inter" panose="02000503000000020004" pitchFamily="2" charset="0"/>
            </a:endParaRPr>
          </a:p>
        </p:txBody>
      </p:sp>
      <p:pic>
        <p:nvPicPr>
          <p:cNvPr id="56" name="Graphic 55">
            <a:extLst>
              <a:ext uri="{FF2B5EF4-FFF2-40B4-BE49-F238E27FC236}">
                <a16:creationId xmlns:a16="http://schemas.microsoft.com/office/drawing/2014/main" id="{AD0809F0-F84B-8801-0D38-614A41BC70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96154" y="4612051"/>
            <a:ext cx="228600" cy="228600"/>
          </a:xfrm>
          <a:prstGeom prst="rect">
            <a:avLst/>
          </a:prstGeom>
        </p:spPr>
      </p:pic>
    </p:spTree>
    <p:extLst>
      <p:ext uri="{BB962C8B-B14F-4D97-AF65-F5344CB8AC3E}">
        <p14:creationId xmlns:p14="http://schemas.microsoft.com/office/powerpoint/2010/main" val="3105451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F684-5A0E-6525-041C-A56088FF9D16}"/>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4681051-0DA2-2AF7-C09C-9954A033A720}"/>
              </a:ext>
            </a:extLst>
          </p:cNvPr>
          <p:cNvSpPr>
            <a:spLocks noGrp="1" noRot="1" noMove="1" noResize="1" noEditPoints="1" noAdjustHandles="1" noChangeArrowheads="1" noChangeShapeType="1"/>
          </p:cNvSpPr>
          <p:nvPr/>
        </p:nvSpPr>
        <p:spPr>
          <a:xfrm>
            <a:off x="-1" y="3884685"/>
            <a:ext cx="12192001" cy="2973315"/>
          </a:xfrm>
          <a:prstGeom prst="rect">
            <a:avLst/>
          </a:prstGeom>
          <a:solidFill>
            <a:schemeClr val="tx1">
              <a:lumMod val="95000"/>
              <a:lumOff val="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PL"/>
          </a:p>
        </p:txBody>
      </p:sp>
      <p:sp>
        <p:nvSpPr>
          <p:cNvPr id="2" name="Title 1">
            <a:extLst>
              <a:ext uri="{FF2B5EF4-FFF2-40B4-BE49-F238E27FC236}">
                <a16:creationId xmlns:a16="http://schemas.microsoft.com/office/drawing/2014/main" id="{DA51865C-EBC8-9280-FD88-EF9FA08C138A}"/>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Logos</a:t>
            </a:r>
          </a:p>
        </p:txBody>
      </p:sp>
      <p:sp>
        <p:nvSpPr>
          <p:cNvPr id="10" name="Subtitle 2">
            <a:extLst>
              <a:ext uri="{FF2B5EF4-FFF2-40B4-BE49-F238E27FC236}">
                <a16:creationId xmlns:a16="http://schemas.microsoft.com/office/drawing/2014/main" id="{95BDC35C-4229-6A7F-1959-47578E8428ED}"/>
              </a:ext>
            </a:extLst>
          </p:cNvPr>
          <p:cNvSpPr txBox="1">
            <a:spLocks/>
          </p:cNvSpPr>
          <p:nvPr/>
        </p:nvSpPr>
        <p:spPr>
          <a:xfrm>
            <a:off x="585757" y="1695546"/>
            <a:ext cx="4621622" cy="651460"/>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rPr>
              <a:t>Use these design resources in your presentation.</a:t>
            </a:r>
          </a:p>
          <a:p>
            <a:pPr algn="l">
              <a:lnSpc>
                <a:spcPct val="100000"/>
              </a:lnSpc>
            </a:pPr>
            <a:r>
              <a:rPr lang="en-PL" sz="1400">
                <a:solidFill>
                  <a:schemeClr val="tx1">
                    <a:lumMod val="75000"/>
                    <a:lumOff val="25000"/>
                  </a:schemeClr>
                </a:solidFill>
                <a:latin typeface="Inter Light" panose="02000503000000020004" pitchFamily="2" charset="0"/>
                <a:ea typeface="Inter Light" panose="02000503000000020004" pitchFamily="2" charset="0"/>
                <a:cs typeface="Poppins" pitchFamily="2" charset="77"/>
              </a:rPr>
              <a:t>Delete or hide this slide before presenting.</a:t>
            </a:r>
          </a:p>
        </p:txBody>
      </p:sp>
      <p:pic>
        <p:nvPicPr>
          <p:cNvPr id="5" name="Graphic 4">
            <a:extLst>
              <a:ext uri="{FF2B5EF4-FFF2-40B4-BE49-F238E27FC236}">
                <a16:creationId xmlns:a16="http://schemas.microsoft.com/office/drawing/2014/main" id="{8708FD18-0DA6-C54B-220E-CFFB9231E3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3314" y="660340"/>
            <a:ext cx="330200" cy="393700"/>
          </a:xfrm>
          <a:prstGeom prst="rect">
            <a:avLst/>
          </a:prstGeom>
        </p:spPr>
      </p:pic>
      <p:pic>
        <p:nvPicPr>
          <p:cNvPr id="7" name="Graphic 6">
            <a:extLst>
              <a:ext uri="{FF2B5EF4-FFF2-40B4-BE49-F238E27FC236}">
                <a16:creationId xmlns:a16="http://schemas.microsoft.com/office/drawing/2014/main" id="{CBA422A3-4104-D435-67C6-7DA30C267B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15722" y="4259196"/>
            <a:ext cx="330200" cy="393700"/>
          </a:xfrm>
          <a:prstGeom prst="rect">
            <a:avLst/>
          </a:prstGeom>
        </p:spPr>
      </p:pic>
      <p:pic>
        <p:nvPicPr>
          <p:cNvPr id="9" name="Graphic 8">
            <a:extLst>
              <a:ext uri="{FF2B5EF4-FFF2-40B4-BE49-F238E27FC236}">
                <a16:creationId xmlns:a16="http://schemas.microsoft.com/office/drawing/2014/main" id="{C45ABDD8-7991-BAE8-0C55-E067A2D360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17960" y="4702002"/>
            <a:ext cx="1587500" cy="393700"/>
          </a:xfrm>
          <a:prstGeom prst="rect">
            <a:avLst/>
          </a:prstGeom>
        </p:spPr>
      </p:pic>
      <p:pic>
        <p:nvPicPr>
          <p:cNvPr id="12" name="Graphic 11">
            <a:extLst>
              <a:ext uri="{FF2B5EF4-FFF2-40B4-BE49-F238E27FC236}">
                <a16:creationId xmlns:a16="http://schemas.microsoft.com/office/drawing/2014/main" id="{B7D433C0-B915-21C8-E73C-904F555F29A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652" y="3008586"/>
            <a:ext cx="1587500" cy="393700"/>
          </a:xfrm>
          <a:prstGeom prst="rect">
            <a:avLst/>
          </a:prstGeom>
        </p:spPr>
      </p:pic>
      <p:pic>
        <p:nvPicPr>
          <p:cNvPr id="6" name="Graphic 5">
            <a:extLst>
              <a:ext uri="{FF2B5EF4-FFF2-40B4-BE49-F238E27FC236}">
                <a16:creationId xmlns:a16="http://schemas.microsoft.com/office/drawing/2014/main" id="{0284F8DA-8B3F-49C1-6553-22FACE6BFC9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412127" y="1340673"/>
            <a:ext cx="388232" cy="393700"/>
          </a:xfrm>
          <a:prstGeom prst="rect">
            <a:avLst/>
          </a:prstGeom>
        </p:spPr>
      </p:pic>
      <p:pic>
        <p:nvPicPr>
          <p:cNvPr id="11" name="Graphic 10">
            <a:extLst>
              <a:ext uri="{FF2B5EF4-FFF2-40B4-BE49-F238E27FC236}">
                <a16:creationId xmlns:a16="http://schemas.microsoft.com/office/drawing/2014/main" id="{33247341-F1EB-E61D-5C20-C57AF598895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387668" y="4898852"/>
            <a:ext cx="386308" cy="391749"/>
          </a:xfrm>
          <a:prstGeom prst="rect">
            <a:avLst/>
          </a:prstGeom>
        </p:spPr>
      </p:pic>
      <p:pic>
        <p:nvPicPr>
          <p:cNvPr id="15" name="Graphic 14">
            <a:extLst>
              <a:ext uri="{FF2B5EF4-FFF2-40B4-BE49-F238E27FC236}">
                <a16:creationId xmlns:a16="http://schemas.microsoft.com/office/drawing/2014/main" id="{BB5EC4F2-B70A-E570-D8D3-34B9BF251E1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258283" y="4787241"/>
            <a:ext cx="1068003" cy="255469"/>
          </a:xfrm>
          <a:prstGeom prst="rect">
            <a:avLst/>
          </a:prstGeom>
        </p:spPr>
      </p:pic>
      <p:pic>
        <p:nvPicPr>
          <p:cNvPr id="19" name="Graphic 18">
            <a:extLst>
              <a:ext uri="{FF2B5EF4-FFF2-40B4-BE49-F238E27FC236}">
                <a16:creationId xmlns:a16="http://schemas.microsoft.com/office/drawing/2014/main" id="{619F790E-B04F-65D0-B8BC-4B97EBF1F42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19537" y="3083092"/>
            <a:ext cx="1148085" cy="274625"/>
          </a:xfrm>
          <a:prstGeom prst="rect">
            <a:avLst/>
          </a:prstGeom>
        </p:spPr>
      </p:pic>
      <p:pic>
        <p:nvPicPr>
          <p:cNvPr id="24" name="Graphic 23">
            <a:extLst>
              <a:ext uri="{FF2B5EF4-FFF2-40B4-BE49-F238E27FC236}">
                <a16:creationId xmlns:a16="http://schemas.microsoft.com/office/drawing/2014/main" id="{AB52EC72-0C0A-A609-14F4-CA2FC8A5333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370725" y="6137490"/>
            <a:ext cx="420195" cy="337340"/>
          </a:xfrm>
          <a:prstGeom prst="rect">
            <a:avLst/>
          </a:prstGeom>
        </p:spPr>
      </p:pic>
      <p:pic>
        <p:nvPicPr>
          <p:cNvPr id="26" name="Graphic 25">
            <a:extLst>
              <a:ext uri="{FF2B5EF4-FFF2-40B4-BE49-F238E27FC236}">
                <a16:creationId xmlns:a16="http://schemas.microsoft.com/office/drawing/2014/main" id="{D8CAAAAF-48B1-EAFC-A308-23198A0194E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1412127" y="2069413"/>
            <a:ext cx="388232" cy="311679"/>
          </a:xfrm>
          <a:prstGeom prst="rect">
            <a:avLst/>
          </a:prstGeom>
        </p:spPr>
      </p:pic>
      <p:pic>
        <p:nvPicPr>
          <p:cNvPr id="28" name="Graphic 27">
            <a:extLst>
              <a:ext uri="{FF2B5EF4-FFF2-40B4-BE49-F238E27FC236}">
                <a16:creationId xmlns:a16="http://schemas.microsoft.com/office/drawing/2014/main" id="{7F6AE53C-9EFC-82CC-B72B-608EF062277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096000" y="5848174"/>
            <a:ext cx="1347828" cy="223983"/>
          </a:xfrm>
          <a:prstGeom prst="rect">
            <a:avLst/>
          </a:prstGeom>
        </p:spPr>
      </p:pic>
      <p:pic>
        <p:nvPicPr>
          <p:cNvPr id="30" name="Graphic 29">
            <a:extLst>
              <a:ext uri="{FF2B5EF4-FFF2-40B4-BE49-F238E27FC236}">
                <a16:creationId xmlns:a16="http://schemas.microsoft.com/office/drawing/2014/main" id="{95F54691-9C32-20FD-C869-AC1A8CFD0B9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410183" y="3097078"/>
            <a:ext cx="1495630" cy="248545"/>
          </a:xfrm>
          <a:prstGeom prst="rect">
            <a:avLst/>
          </a:prstGeom>
        </p:spPr>
      </p:pic>
      <p:pic>
        <p:nvPicPr>
          <p:cNvPr id="32" name="Graphic 31">
            <a:extLst>
              <a:ext uri="{FF2B5EF4-FFF2-40B4-BE49-F238E27FC236}">
                <a16:creationId xmlns:a16="http://schemas.microsoft.com/office/drawing/2014/main" id="{2515D430-6FD6-D364-A353-63D5B5315D9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1465965" y="2724478"/>
            <a:ext cx="334394" cy="356322"/>
          </a:xfrm>
          <a:prstGeom prst="rect">
            <a:avLst/>
          </a:prstGeom>
        </p:spPr>
      </p:pic>
      <p:pic>
        <p:nvPicPr>
          <p:cNvPr id="34" name="Graphic 33">
            <a:extLst>
              <a:ext uri="{FF2B5EF4-FFF2-40B4-BE49-F238E27FC236}">
                <a16:creationId xmlns:a16="http://schemas.microsoft.com/office/drawing/2014/main" id="{FF072E77-6558-E9A7-69A2-0CDCD659677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408130" y="5531039"/>
            <a:ext cx="345384" cy="368032"/>
          </a:xfrm>
          <a:prstGeom prst="rect">
            <a:avLst/>
          </a:prstGeom>
        </p:spPr>
      </p:pic>
      <p:pic>
        <p:nvPicPr>
          <p:cNvPr id="36" name="Graphic 35">
            <a:extLst>
              <a:ext uri="{FF2B5EF4-FFF2-40B4-BE49-F238E27FC236}">
                <a16:creationId xmlns:a16="http://schemas.microsoft.com/office/drawing/2014/main" id="{76D58B03-E316-E64F-5A01-86B968E1309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258283" y="5816688"/>
            <a:ext cx="2263848" cy="255469"/>
          </a:xfrm>
          <a:prstGeom prst="rect">
            <a:avLst/>
          </a:prstGeom>
        </p:spPr>
      </p:pic>
      <p:pic>
        <p:nvPicPr>
          <p:cNvPr id="38" name="Graphic 37">
            <a:extLst>
              <a:ext uri="{FF2B5EF4-FFF2-40B4-BE49-F238E27FC236}">
                <a16:creationId xmlns:a16="http://schemas.microsoft.com/office/drawing/2014/main" id="{DC91F11E-56F4-52E3-669D-DD91E8DE2A83}"/>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423425" y="3072872"/>
            <a:ext cx="2433602" cy="274625"/>
          </a:xfrm>
          <a:prstGeom prst="rect">
            <a:avLst/>
          </a:prstGeom>
        </p:spPr>
      </p:pic>
      <p:pic>
        <p:nvPicPr>
          <p:cNvPr id="39" name="Graphic 38">
            <a:extLst>
              <a:ext uri="{FF2B5EF4-FFF2-40B4-BE49-F238E27FC236}">
                <a16:creationId xmlns:a16="http://schemas.microsoft.com/office/drawing/2014/main" id="{36A2FDCE-E631-4FCF-B7DF-9961ED948F2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775468" y="728110"/>
            <a:ext cx="489338" cy="489338"/>
          </a:xfrm>
          <a:prstGeom prst="rect">
            <a:avLst/>
          </a:prstGeom>
        </p:spPr>
      </p:pic>
      <p:pic>
        <p:nvPicPr>
          <p:cNvPr id="40" name="Graphic 39">
            <a:extLst>
              <a:ext uri="{FF2B5EF4-FFF2-40B4-BE49-F238E27FC236}">
                <a16:creationId xmlns:a16="http://schemas.microsoft.com/office/drawing/2014/main" id="{8C6993C8-AC7C-5896-AB4A-A095E088180D}"/>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605709" y="4673115"/>
            <a:ext cx="489339" cy="489339"/>
          </a:xfrm>
          <a:prstGeom prst="rect">
            <a:avLst/>
          </a:prstGeom>
        </p:spPr>
      </p:pic>
      <p:pic>
        <p:nvPicPr>
          <p:cNvPr id="41" name="Graphic 40">
            <a:extLst>
              <a:ext uri="{FF2B5EF4-FFF2-40B4-BE49-F238E27FC236}">
                <a16:creationId xmlns:a16="http://schemas.microsoft.com/office/drawing/2014/main" id="{C1DD08E8-6490-9FED-978D-6767650E903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5775468" y="1697620"/>
            <a:ext cx="489338" cy="489338"/>
          </a:xfrm>
          <a:prstGeom prst="rect">
            <a:avLst/>
          </a:prstGeom>
        </p:spPr>
      </p:pic>
      <p:pic>
        <p:nvPicPr>
          <p:cNvPr id="42" name="Graphic 41">
            <a:extLst>
              <a:ext uri="{FF2B5EF4-FFF2-40B4-BE49-F238E27FC236}">
                <a16:creationId xmlns:a16="http://schemas.microsoft.com/office/drawing/2014/main" id="{C94EAD8F-97D9-55C4-5504-5183FFA13490}"/>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565495" y="564458"/>
            <a:ext cx="1634897" cy="801576"/>
          </a:xfrm>
          <a:prstGeom prst="rect">
            <a:avLst/>
          </a:prstGeom>
        </p:spPr>
      </p:pic>
      <p:pic>
        <p:nvPicPr>
          <p:cNvPr id="43" name="Graphic 42">
            <a:extLst>
              <a:ext uri="{FF2B5EF4-FFF2-40B4-BE49-F238E27FC236}">
                <a16:creationId xmlns:a16="http://schemas.microsoft.com/office/drawing/2014/main" id="{D9718698-45B7-EE87-886A-674DF441F7B9}"/>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572758" y="1607165"/>
            <a:ext cx="1634898" cy="801576"/>
          </a:xfrm>
          <a:prstGeom prst="rect">
            <a:avLst/>
          </a:prstGeom>
        </p:spPr>
      </p:pic>
      <p:pic>
        <p:nvPicPr>
          <p:cNvPr id="44" name="Graphic 43">
            <a:extLst>
              <a:ext uri="{FF2B5EF4-FFF2-40B4-BE49-F238E27FC236}">
                <a16:creationId xmlns:a16="http://schemas.microsoft.com/office/drawing/2014/main" id="{04E0001B-7574-62F7-C7E7-8142BF010900}"/>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390697" y="4458954"/>
            <a:ext cx="1634900" cy="801577"/>
          </a:xfrm>
          <a:prstGeom prst="rect">
            <a:avLst/>
          </a:prstGeom>
        </p:spPr>
      </p:pic>
      <p:pic>
        <p:nvPicPr>
          <p:cNvPr id="47" name="Graphic 46">
            <a:extLst>
              <a:ext uri="{FF2B5EF4-FFF2-40B4-BE49-F238E27FC236}">
                <a16:creationId xmlns:a16="http://schemas.microsoft.com/office/drawing/2014/main" id="{3950A168-10AD-876C-C16A-380B2048F72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612862" y="660340"/>
            <a:ext cx="1634900" cy="801577"/>
          </a:xfrm>
          <a:prstGeom prst="rect">
            <a:avLst/>
          </a:prstGeom>
        </p:spPr>
      </p:pic>
      <p:pic>
        <p:nvPicPr>
          <p:cNvPr id="48" name="Graphic 47">
            <a:extLst>
              <a:ext uri="{FF2B5EF4-FFF2-40B4-BE49-F238E27FC236}">
                <a16:creationId xmlns:a16="http://schemas.microsoft.com/office/drawing/2014/main" id="{7189C7B8-037C-487E-94CD-7B62F05A1159}"/>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626378" y="1731448"/>
            <a:ext cx="1634900" cy="801577"/>
          </a:xfrm>
          <a:prstGeom prst="rect">
            <a:avLst/>
          </a:prstGeom>
        </p:spPr>
      </p:pic>
      <p:pic>
        <p:nvPicPr>
          <p:cNvPr id="49" name="Graphic 48">
            <a:extLst>
              <a:ext uri="{FF2B5EF4-FFF2-40B4-BE49-F238E27FC236}">
                <a16:creationId xmlns:a16="http://schemas.microsoft.com/office/drawing/2014/main" id="{87C19328-07DD-6E51-7D05-DD1C815095E5}"/>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2384755" y="4452691"/>
            <a:ext cx="1647673" cy="807840"/>
          </a:xfrm>
          <a:prstGeom prst="rect">
            <a:avLst/>
          </a:prstGeom>
        </p:spPr>
      </p:pic>
      <p:pic>
        <p:nvPicPr>
          <p:cNvPr id="53" name="Graphic 52">
            <a:extLst>
              <a:ext uri="{FF2B5EF4-FFF2-40B4-BE49-F238E27FC236}">
                <a16:creationId xmlns:a16="http://schemas.microsoft.com/office/drawing/2014/main" id="{5CEEF0CE-0042-E58C-CD99-816E802AB1FD}"/>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2288082" y="5438989"/>
            <a:ext cx="1765807" cy="865760"/>
          </a:xfrm>
          <a:prstGeom prst="rect">
            <a:avLst/>
          </a:prstGeom>
        </p:spPr>
      </p:pic>
      <p:pic>
        <p:nvPicPr>
          <p:cNvPr id="54" name="Graphic 53">
            <a:extLst>
              <a:ext uri="{FF2B5EF4-FFF2-40B4-BE49-F238E27FC236}">
                <a16:creationId xmlns:a16="http://schemas.microsoft.com/office/drawing/2014/main" id="{8B8FA546-51CA-A3FB-ADDD-5F9E8F13931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585606" y="5627200"/>
            <a:ext cx="489338" cy="489338"/>
          </a:xfrm>
          <a:prstGeom prst="rect">
            <a:avLst/>
          </a:prstGeom>
        </p:spPr>
      </p:pic>
      <p:pic>
        <p:nvPicPr>
          <p:cNvPr id="56" name="Graphic 55">
            <a:extLst>
              <a:ext uri="{FF2B5EF4-FFF2-40B4-BE49-F238E27FC236}">
                <a16:creationId xmlns:a16="http://schemas.microsoft.com/office/drawing/2014/main" id="{21BE34D2-FF8C-7CA9-BA20-ABCE6CC2EEBE}"/>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87324" y="5552598"/>
            <a:ext cx="1634900" cy="801577"/>
          </a:xfrm>
          <a:prstGeom prst="rect">
            <a:avLst/>
          </a:prstGeom>
        </p:spPr>
      </p:pic>
    </p:spTree>
    <p:extLst>
      <p:ext uri="{BB962C8B-B14F-4D97-AF65-F5344CB8AC3E}">
        <p14:creationId xmlns:p14="http://schemas.microsoft.com/office/powerpoint/2010/main" val="4257349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22C95-A9FB-4FBA-5F0D-EF02821FE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D3A6E-06F8-7346-1A69-251FEB046046}"/>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QR codes</a:t>
            </a:r>
          </a:p>
        </p:txBody>
      </p:sp>
      <p:sp>
        <p:nvSpPr>
          <p:cNvPr id="10" name="Subtitle 2">
            <a:extLst>
              <a:ext uri="{FF2B5EF4-FFF2-40B4-BE49-F238E27FC236}">
                <a16:creationId xmlns:a16="http://schemas.microsoft.com/office/drawing/2014/main" id="{937F2952-63F2-5B9C-87A3-C0CF1BF4C561}"/>
              </a:ext>
            </a:extLst>
          </p:cNvPr>
          <p:cNvSpPr txBox="1">
            <a:spLocks/>
          </p:cNvSpPr>
          <p:nvPr/>
        </p:nvSpPr>
        <p:spPr>
          <a:xfrm>
            <a:off x="513068" y="1600486"/>
            <a:ext cx="7935507" cy="377667"/>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PL" sz="1400">
                <a:solidFill>
                  <a:schemeClr val="tx1">
                    <a:lumMod val="65000"/>
                    <a:lumOff val="35000"/>
                  </a:schemeClr>
                </a:solidFill>
                <a:latin typeface="Inter Light" panose="02000503000000020004" pitchFamily="2" charset="0"/>
                <a:ea typeface="Inter Light" panose="02000503000000020004" pitchFamily="2" charset="0"/>
              </a:rPr>
              <a:t>Create QR code using url, download as .svg and paste in into the slide.</a:t>
            </a:r>
            <a:endParaRPr lang="en-PL" sz="1400">
              <a:solidFill>
                <a:schemeClr val="tx1">
                  <a:lumMod val="65000"/>
                  <a:lumOff val="35000"/>
                </a:schemeClr>
              </a:solidFill>
              <a:latin typeface="Inter Light" panose="02000503000000020004" pitchFamily="2" charset="0"/>
              <a:ea typeface="Inter Light" panose="02000503000000020004" pitchFamily="2" charset="0"/>
              <a:cs typeface="Poppins" pitchFamily="2" charset="77"/>
            </a:endParaRPr>
          </a:p>
        </p:txBody>
      </p:sp>
      <p:sp>
        <p:nvSpPr>
          <p:cNvPr id="4" name="TextBox 3">
            <a:extLst>
              <a:ext uri="{FF2B5EF4-FFF2-40B4-BE49-F238E27FC236}">
                <a16:creationId xmlns:a16="http://schemas.microsoft.com/office/drawing/2014/main" id="{EF11ED5A-BBA4-748C-85AF-822E68476C3A}"/>
              </a:ext>
            </a:extLst>
          </p:cNvPr>
          <p:cNvSpPr txBox="1"/>
          <p:nvPr/>
        </p:nvSpPr>
        <p:spPr>
          <a:xfrm>
            <a:off x="509937" y="5669500"/>
            <a:ext cx="8810725" cy="369332"/>
          </a:xfrm>
          <a:prstGeom prst="rect">
            <a:avLst/>
          </a:prstGeom>
          <a:noFill/>
        </p:spPr>
        <p:txBody>
          <a:bodyPr wrap="square">
            <a:spAutoFit/>
          </a:bodyPr>
          <a:lstStyle/>
          <a:p>
            <a:r>
              <a:rPr lang="en-PL" dirty="0">
                <a:hlinkClick r:id="rId3"/>
              </a:rPr>
              <a:t>https://nmikolajczyk-catalogicsoftware.github.io/qr-generator/</a:t>
            </a:r>
            <a:endParaRPr lang="en-PL" dirty="0"/>
          </a:p>
        </p:txBody>
      </p:sp>
      <p:pic>
        <p:nvPicPr>
          <p:cNvPr id="5" name="Picture 4">
            <a:hlinkClick r:id="rId3"/>
            <a:extLst>
              <a:ext uri="{FF2B5EF4-FFF2-40B4-BE49-F238E27FC236}">
                <a16:creationId xmlns:a16="http://schemas.microsoft.com/office/drawing/2014/main" id="{E63A0163-9552-97A9-0C0D-D8DCBCBB4ED6}"/>
              </a:ext>
            </a:extLst>
          </p:cNvPr>
          <p:cNvPicPr>
            <a:picLocks noChangeAspect="1"/>
          </p:cNvPicPr>
          <p:nvPr/>
        </p:nvPicPr>
        <p:blipFill>
          <a:blip r:embed="rId4"/>
          <a:stretch>
            <a:fillRect/>
          </a:stretch>
        </p:blipFill>
        <p:spPr>
          <a:xfrm>
            <a:off x="606219" y="2454275"/>
            <a:ext cx="5489781" cy="2739103"/>
          </a:xfrm>
          <a:prstGeom prst="rect">
            <a:avLst/>
          </a:prstGeom>
        </p:spPr>
      </p:pic>
    </p:spTree>
    <p:extLst>
      <p:ext uri="{BB962C8B-B14F-4D97-AF65-F5344CB8AC3E}">
        <p14:creationId xmlns:p14="http://schemas.microsoft.com/office/powerpoint/2010/main" val="1985788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58D7-C20F-C5C3-2943-7D84BA5E9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F144B-91D3-531E-9E8C-BA6CA9370230}"/>
              </a:ext>
            </a:extLst>
          </p:cNvPr>
          <p:cNvSpPr>
            <a:spLocks noGrp="1"/>
          </p:cNvSpPr>
          <p:nvPr>
            <p:ph type="ctrTitle"/>
          </p:nvPr>
        </p:nvSpPr>
        <p:spPr>
          <a:xfrm>
            <a:off x="509937" y="819168"/>
            <a:ext cx="6195663" cy="775597"/>
          </a:xfrm>
        </p:spPr>
        <p:txBody>
          <a:bodyPr wrap="square">
            <a:spAutoFit/>
          </a:bodyPr>
          <a:lstStyle/>
          <a:p>
            <a:pPr algn="l"/>
            <a:r>
              <a:rPr lang="en-PL" sz="4800">
                <a:latin typeface="Poppins" pitchFamily="2" charset="77"/>
                <a:cs typeface="Poppins" pitchFamily="2" charset="77"/>
              </a:rPr>
              <a:t>Icons</a:t>
            </a:r>
          </a:p>
        </p:txBody>
      </p:sp>
      <p:sp>
        <p:nvSpPr>
          <p:cNvPr id="10" name="Subtitle 2">
            <a:extLst>
              <a:ext uri="{FF2B5EF4-FFF2-40B4-BE49-F238E27FC236}">
                <a16:creationId xmlns:a16="http://schemas.microsoft.com/office/drawing/2014/main" id="{3134AB47-8579-DC52-F62A-1DCC735CEAAE}"/>
              </a:ext>
            </a:extLst>
          </p:cNvPr>
          <p:cNvSpPr txBox="1">
            <a:spLocks/>
          </p:cNvSpPr>
          <p:nvPr/>
        </p:nvSpPr>
        <p:spPr>
          <a:xfrm>
            <a:off x="513068" y="1600486"/>
            <a:ext cx="7935507" cy="700833"/>
          </a:xfrm>
          <a:prstGeom prst="rect">
            <a:avLst/>
          </a:prstGeom>
          <a:ln>
            <a:noFill/>
          </a:ln>
        </p:spPr>
        <p:txBody>
          <a:bodyPr vert="horz" wrap="square" lIns="91440" tIns="45720" rIns="91440" bIns="45720"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PL" sz="1400">
                <a:solidFill>
                  <a:schemeClr val="tx1">
                    <a:lumMod val="65000"/>
                    <a:lumOff val="35000"/>
                  </a:schemeClr>
                </a:solidFill>
                <a:latin typeface="Inter Light" panose="02000503000000020004" pitchFamily="2" charset="0"/>
                <a:ea typeface="Inter Light" panose="02000503000000020004" pitchFamily="2" charset="0"/>
              </a:rPr>
              <a:t>Copy what you need from the grid below – it covers most cases.</a:t>
            </a:r>
            <a:br>
              <a:rPr lang="en-PL" sz="1400">
                <a:solidFill>
                  <a:schemeClr val="tx1">
                    <a:lumMod val="65000"/>
                    <a:lumOff val="35000"/>
                  </a:schemeClr>
                </a:solidFill>
                <a:latin typeface="Inter Light" panose="02000503000000020004" pitchFamily="2" charset="0"/>
                <a:ea typeface="Inter Light" panose="02000503000000020004" pitchFamily="2" charset="0"/>
              </a:rPr>
            </a:br>
            <a:r>
              <a:rPr lang="en-PL" sz="1400">
                <a:solidFill>
                  <a:schemeClr val="tx1">
                    <a:lumMod val="65000"/>
                    <a:lumOff val="35000"/>
                  </a:schemeClr>
                </a:solidFill>
                <a:latin typeface="Inter Light" panose="02000503000000020004" pitchFamily="2" charset="0"/>
                <a:ea typeface="Inter Light" panose="02000503000000020004" pitchFamily="2" charset="0"/>
              </a:rPr>
              <a:t>For anything missing, use </a:t>
            </a:r>
            <a:r>
              <a:rPr lang="en-PL" sz="1400">
                <a:solidFill>
                  <a:schemeClr val="tx1">
                    <a:lumMod val="65000"/>
                    <a:lumOff val="35000"/>
                  </a:schemeClr>
                </a:solidFill>
                <a:highlight>
                  <a:srgbClr val="FFFF00"/>
                </a:highlight>
                <a:latin typeface="Inter Light" panose="02000503000000020004" pitchFamily="2" charset="0"/>
                <a:ea typeface="Inter Light" panose="02000503000000020004" pitchFamily="2" charset="0"/>
                <a:hlinkClick r:id="rId3">
                  <a:extLst>
                    <a:ext uri="{A12FA001-AC4F-418D-AE19-62706E023703}">
                      <ahyp:hlinkClr xmlns:ahyp="http://schemas.microsoft.com/office/drawing/2018/hyperlinkcolor" val="tx"/>
                    </a:ext>
                  </a:extLst>
                </a:hlinkClick>
              </a:rPr>
              <a:t>https://heroicons.com</a:t>
            </a:r>
            <a:r>
              <a:rPr lang="en-PL" sz="1400">
                <a:solidFill>
                  <a:schemeClr val="tx1">
                    <a:lumMod val="65000"/>
                    <a:lumOff val="35000"/>
                  </a:schemeClr>
                </a:solidFill>
                <a:latin typeface="Inter Light" panose="02000503000000020004" pitchFamily="2" charset="0"/>
                <a:ea typeface="Inter Light" panose="02000503000000020004" pitchFamily="2" charset="0"/>
              </a:rPr>
              <a:t> and stick to the outline style.</a:t>
            </a:r>
            <a:endParaRPr lang="en-PL" sz="1400">
              <a:solidFill>
                <a:schemeClr val="tx1">
                  <a:lumMod val="65000"/>
                  <a:lumOff val="35000"/>
                </a:schemeClr>
              </a:solidFill>
              <a:latin typeface="Inter Light" panose="02000503000000020004" pitchFamily="2" charset="0"/>
              <a:ea typeface="Inter Light" panose="02000503000000020004" pitchFamily="2" charset="0"/>
              <a:cs typeface="Poppins" pitchFamily="2" charset="77"/>
            </a:endParaRPr>
          </a:p>
        </p:txBody>
      </p:sp>
      <p:pic>
        <p:nvPicPr>
          <p:cNvPr id="1978" name="Graphic 1977">
            <a:extLst>
              <a:ext uri="{FF2B5EF4-FFF2-40B4-BE49-F238E27FC236}">
                <a16:creationId xmlns:a16="http://schemas.microsoft.com/office/drawing/2014/main" id="{ECC1B158-C67E-A7F0-5C49-8BC923B6F2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5757" y="2786165"/>
            <a:ext cx="228600" cy="228600"/>
          </a:xfrm>
          <a:prstGeom prst="rect">
            <a:avLst/>
          </a:prstGeom>
        </p:spPr>
      </p:pic>
      <p:pic>
        <p:nvPicPr>
          <p:cNvPr id="1980" name="Graphic 1979">
            <a:extLst>
              <a:ext uri="{FF2B5EF4-FFF2-40B4-BE49-F238E27FC236}">
                <a16:creationId xmlns:a16="http://schemas.microsoft.com/office/drawing/2014/main" id="{9F0CD429-EA05-D1E4-7260-60C972B243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5428" y="2786165"/>
            <a:ext cx="228600" cy="228600"/>
          </a:xfrm>
          <a:prstGeom prst="rect">
            <a:avLst/>
          </a:prstGeom>
        </p:spPr>
      </p:pic>
      <p:pic>
        <p:nvPicPr>
          <p:cNvPr id="1982" name="Graphic 1981">
            <a:extLst>
              <a:ext uri="{FF2B5EF4-FFF2-40B4-BE49-F238E27FC236}">
                <a16:creationId xmlns:a16="http://schemas.microsoft.com/office/drawing/2014/main" id="{D8981302-3216-A552-E865-06209D92F4D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5099" y="2786165"/>
            <a:ext cx="228600" cy="228600"/>
          </a:xfrm>
          <a:prstGeom prst="rect">
            <a:avLst/>
          </a:prstGeom>
        </p:spPr>
      </p:pic>
      <p:pic>
        <p:nvPicPr>
          <p:cNvPr id="1984" name="Graphic 1983">
            <a:extLst>
              <a:ext uri="{FF2B5EF4-FFF2-40B4-BE49-F238E27FC236}">
                <a16:creationId xmlns:a16="http://schemas.microsoft.com/office/drawing/2014/main" id="{A5C28565-9E75-9D80-8B9B-F44CDD4FA2B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24441" y="2786165"/>
            <a:ext cx="228600" cy="228600"/>
          </a:xfrm>
          <a:prstGeom prst="rect">
            <a:avLst/>
          </a:prstGeom>
        </p:spPr>
      </p:pic>
      <p:pic>
        <p:nvPicPr>
          <p:cNvPr id="1986" name="Graphic 1985">
            <a:extLst>
              <a:ext uri="{FF2B5EF4-FFF2-40B4-BE49-F238E27FC236}">
                <a16:creationId xmlns:a16="http://schemas.microsoft.com/office/drawing/2014/main" id="{0DC9B0C1-9E1E-B533-F42C-292CFB67577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03454" y="2786165"/>
            <a:ext cx="228600" cy="228600"/>
          </a:xfrm>
          <a:prstGeom prst="rect">
            <a:avLst/>
          </a:prstGeom>
        </p:spPr>
      </p:pic>
      <p:pic>
        <p:nvPicPr>
          <p:cNvPr id="1988" name="Graphic 1987">
            <a:extLst>
              <a:ext uri="{FF2B5EF4-FFF2-40B4-BE49-F238E27FC236}">
                <a16:creationId xmlns:a16="http://schemas.microsoft.com/office/drawing/2014/main" id="{1E5417A1-4F08-C2A9-F088-3E6EC8D93E3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000164" y="2786165"/>
            <a:ext cx="228600" cy="228600"/>
          </a:xfrm>
          <a:prstGeom prst="rect">
            <a:avLst/>
          </a:prstGeom>
        </p:spPr>
      </p:pic>
      <p:pic>
        <p:nvPicPr>
          <p:cNvPr id="1990" name="Graphic 1989">
            <a:extLst>
              <a:ext uri="{FF2B5EF4-FFF2-40B4-BE49-F238E27FC236}">
                <a16:creationId xmlns:a16="http://schemas.microsoft.com/office/drawing/2014/main" id="{1C2F9DDE-9906-204A-7AC3-2192FE6FE07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635558" y="2786165"/>
            <a:ext cx="228600" cy="228600"/>
          </a:xfrm>
          <a:prstGeom prst="rect">
            <a:avLst/>
          </a:prstGeom>
        </p:spPr>
      </p:pic>
      <p:pic>
        <p:nvPicPr>
          <p:cNvPr id="1992" name="Graphic 1991">
            <a:extLst>
              <a:ext uri="{FF2B5EF4-FFF2-40B4-BE49-F238E27FC236}">
                <a16:creationId xmlns:a16="http://schemas.microsoft.com/office/drawing/2014/main" id="{03D84152-2EB9-28B5-9B16-68709F5195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375887" y="2786165"/>
            <a:ext cx="228600" cy="228600"/>
          </a:xfrm>
          <a:prstGeom prst="rect">
            <a:avLst/>
          </a:prstGeom>
        </p:spPr>
      </p:pic>
      <p:pic>
        <p:nvPicPr>
          <p:cNvPr id="1994" name="Graphic 1993">
            <a:extLst>
              <a:ext uri="{FF2B5EF4-FFF2-40B4-BE49-F238E27FC236}">
                <a16:creationId xmlns:a16="http://schemas.microsoft.com/office/drawing/2014/main" id="{52F3C1DA-6496-D09C-AECF-6C50E5B3F5A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116216" y="2786165"/>
            <a:ext cx="228600" cy="228600"/>
          </a:xfrm>
          <a:prstGeom prst="rect">
            <a:avLst/>
          </a:prstGeom>
        </p:spPr>
      </p:pic>
      <p:pic>
        <p:nvPicPr>
          <p:cNvPr id="1996" name="Graphic 1995">
            <a:extLst>
              <a:ext uri="{FF2B5EF4-FFF2-40B4-BE49-F238E27FC236}">
                <a16:creationId xmlns:a16="http://schemas.microsoft.com/office/drawing/2014/main" id="{5A8708AF-F9DB-F705-7DF7-C3677876967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856545" y="2786165"/>
            <a:ext cx="228600" cy="228600"/>
          </a:xfrm>
          <a:prstGeom prst="rect">
            <a:avLst/>
          </a:prstGeom>
        </p:spPr>
      </p:pic>
      <p:pic>
        <p:nvPicPr>
          <p:cNvPr id="1998" name="Graphic 1997">
            <a:extLst>
              <a:ext uri="{FF2B5EF4-FFF2-40B4-BE49-F238E27FC236}">
                <a16:creationId xmlns:a16="http://schemas.microsoft.com/office/drawing/2014/main" id="{3B562BDE-E50B-A5FF-392D-FDBD67CA72B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596874" y="2786165"/>
            <a:ext cx="228600" cy="228600"/>
          </a:xfrm>
          <a:prstGeom prst="rect">
            <a:avLst/>
          </a:prstGeom>
        </p:spPr>
      </p:pic>
      <p:pic>
        <p:nvPicPr>
          <p:cNvPr id="2000" name="Graphic 1999">
            <a:extLst>
              <a:ext uri="{FF2B5EF4-FFF2-40B4-BE49-F238E27FC236}">
                <a16:creationId xmlns:a16="http://schemas.microsoft.com/office/drawing/2014/main" id="{7F68B862-2941-7AF1-5F38-35EB2549A93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077532" y="2786165"/>
            <a:ext cx="228600" cy="228600"/>
          </a:xfrm>
          <a:prstGeom prst="rect">
            <a:avLst/>
          </a:prstGeom>
        </p:spPr>
      </p:pic>
      <p:pic>
        <p:nvPicPr>
          <p:cNvPr id="2002" name="Graphic 2001">
            <a:extLst>
              <a:ext uri="{FF2B5EF4-FFF2-40B4-BE49-F238E27FC236}">
                <a16:creationId xmlns:a16="http://schemas.microsoft.com/office/drawing/2014/main" id="{E4456DD3-65D4-1AF6-7FCF-2AC6924B22E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337203" y="2786165"/>
            <a:ext cx="228600" cy="228600"/>
          </a:xfrm>
          <a:prstGeom prst="rect">
            <a:avLst/>
          </a:prstGeom>
        </p:spPr>
      </p:pic>
      <p:pic>
        <p:nvPicPr>
          <p:cNvPr id="2004" name="Graphic 2003">
            <a:extLst>
              <a:ext uri="{FF2B5EF4-FFF2-40B4-BE49-F238E27FC236}">
                <a16:creationId xmlns:a16="http://schemas.microsoft.com/office/drawing/2014/main" id="{E1105EE2-3967-B971-CE00-D22524ACBFB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298519" y="2786165"/>
            <a:ext cx="228600" cy="228600"/>
          </a:xfrm>
          <a:prstGeom prst="rect">
            <a:avLst/>
          </a:prstGeom>
        </p:spPr>
      </p:pic>
      <p:pic>
        <p:nvPicPr>
          <p:cNvPr id="2006" name="Graphic 2005">
            <a:extLst>
              <a:ext uri="{FF2B5EF4-FFF2-40B4-BE49-F238E27FC236}">
                <a16:creationId xmlns:a16="http://schemas.microsoft.com/office/drawing/2014/main" id="{3491D8A8-5D2A-F0FB-E8E4-7D00E991683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038848" y="2786165"/>
            <a:ext cx="228600" cy="228600"/>
          </a:xfrm>
          <a:prstGeom prst="rect">
            <a:avLst/>
          </a:prstGeom>
        </p:spPr>
      </p:pic>
      <p:pic>
        <p:nvPicPr>
          <p:cNvPr id="2008" name="Graphic 2007">
            <a:extLst>
              <a:ext uri="{FF2B5EF4-FFF2-40B4-BE49-F238E27FC236}">
                <a16:creationId xmlns:a16="http://schemas.microsoft.com/office/drawing/2014/main" id="{B3807825-DE51-4691-816D-4B3BE8D7D85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817861" y="2786165"/>
            <a:ext cx="228600" cy="228600"/>
          </a:xfrm>
          <a:prstGeom prst="rect">
            <a:avLst/>
          </a:prstGeom>
        </p:spPr>
      </p:pic>
      <p:pic>
        <p:nvPicPr>
          <p:cNvPr id="2010" name="Graphic 2009">
            <a:extLst>
              <a:ext uri="{FF2B5EF4-FFF2-40B4-BE49-F238E27FC236}">
                <a16:creationId xmlns:a16="http://schemas.microsoft.com/office/drawing/2014/main" id="{E7BD7AA4-8980-EE48-6614-29058416260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558190" y="2786165"/>
            <a:ext cx="228600" cy="228600"/>
          </a:xfrm>
          <a:prstGeom prst="rect">
            <a:avLst/>
          </a:prstGeom>
        </p:spPr>
      </p:pic>
      <p:pic>
        <p:nvPicPr>
          <p:cNvPr id="2012" name="Graphic 2011">
            <a:extLst>
              <a:ext uri="{FF2B5EF4-FFF2-40B4-BE49-F238E27FC236}">
                <a16:creationId xmlns:a16="http://schemas.microsoft.com/office/drawing/2014/main" id="{C0F9FB12-472F-BA3B-566F-B78F2A86588B}"/>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5259835" y="2786165"/>
            <a:ext cx="228600" cy="228600"/>
          </a:xfrm>
          <a:prstGeom prst="rect">
            <a:avLst/>
          </a:prstGeom>
        </p:spPr>
      </p:pic>
      <p:pic>
        <p:nvPicPr>
          <p:cNvPr id="2014" name="Graphic 2013">
            <a:extLst>
              <a:ext uri="{FF2B5EF4-FFF2-40B4-BE49-F238E27FC236}">
                <a16:creationId xmlns:a16="http://schemas.microsoft.com/office/drawing/2014/main" id="{4147C634-11CA-0388-502A-A6CF13932AE5}"/>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779177" y="2786165"/>
            <a:ext cx="228600" cy="228600"/>
          </a:xfrm>
          <a:prstGeom prst="rect">
            <a:avLst/>
          </a:prstGeom>
        </p:spPr>
      </p:pic>
      <p:pic>
        <p:nvPicPr>
          <p:cNvPr id="2016" name="Graphic 2015">
            <a:extLst>
              <a:ext uri="{FF2B5EF4-FFF2-40B4-BE49-F238E27FC236}">
                <a16:creationId xmlns:a16="http://schemas.microsoft.com/office/drawing/2014/main" id="{49ECD0D4-99A5-603F-CC8D-B75993CCCD7A}"/>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519506" y="2786165"/>
            <a:ext cx="228600" cy="228600"/>
          </a:xfrm>
          <a:prstGeom prst="rect">
            <a:avLst/>
          </a:prstGeom>
        </p:spPr>
      </p:pic>
      <p:pic>
        <p:nvPicPr>
          <p:cNvPr id="2018" name="Graphic 2017">
            <a:extLst>
              <a:ext uri="{FF2B5EF4-FFF2-40B4-BE49-F238E27FC236}">
                <a16:creationId xmlns:a16="http://schemas.microsoft.com/office/drawing/2014/main" id="{86C9171F-6DE3-3D69-D54D-A57B5295AA80}"/>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3442138" y="2786165"/>
            <a:ext cx="228600" cy="228600"/>
          </a:xfrm>
          <a:prstGeom prst="rect">
            <a:avLst/>
          </a:prstGeom>
        </p:spPr>
      </p:pic>
      <p:pic>
        <p:nvPicPr>
          <p:cNvPr id="2020" name="Graphic 2019">
            <a:extLst>
              <a:ext uri="{FF2B5EF4-FFF2-40B4-BE49-F238E27FC236}">
                <a16:creationId xmlns:a16="http://schemas.microsoft.com/office/drawing/2014/main" id="{BFE7DB97-C428-814B-2B0C-E29B975E702E}"/>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4740493" y="2786165"/>
            <a:ext cx="228600" cy="228600"/>
          </a:xfrm>
          <a:prstGeom prst="rect">
            <a:avLst/>
          </a:prstGeom>
        </p:spPr>
      </p:pic>
      <p:pic>
        <p:nvPicPr>
          <p:cNvPr id="2022" name="Graphic 2021">
            <a:extLst>
              <a:ext uri="{FF2B5EF4-FFF2-40B4-BE49-F238E27FC236}">
                <a16:creationId xmlns:a16="http://schemas.microsoft.com/office/drawing/2014/main" id="{E9900127-BCB7-813F-CD7E-49F3013232EE}"/>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364770" y="2786165"/>
            <a:ext cx="228600" cy="228600"/>
          </a:xfrm>
          <a:prstGeom prst="rect">
            <a:avLst/>
          </a:prstGeom>
        </p:spPr>
      </p:pic>
      <p:pic>
        <p:nvPicPr>
          <p:cNvPr id="2024" name="Graphic 2023">
            <a:extLst>
              <a:ext uri="{FF2B5EF4-FFF2-40B4-BE49-F238E27FC236}">
                <a16:creationId xmlns:a16="http://schemas.microsoft.com/office/drawing/2014/main" id="{1578DEA0-136A-31FA-64B6-3E15C2658F26}"/>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2663125" y="2786165"/>
            <a:ext cx="228600" cy="228600"/>
          </a:xfrm>
          <a:prstGeom prst="rect">
            <a:avLst/>
          </a:prstGeom>
        </p:spPr>
      </p:pic>
      <p:pic>
        <p:nvPicPr>
          <p:cNvPr id="2026" name="Graphic 2025">
            <a:extLst>
              <a:ext uri="{FF2B5EF4-FFF2-40B4-BE49-F238E27FC236}">
                <a16:creationId xmlns:a16="http://schemas.microsoft.com/office/drawing/2014/main" id="{9889B1BF-113E-32BF-7FD6-BBF5757E0DBD}"/>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4480822" y="2786165"/>
            <a:ext cx="228600" cy="228600"/>
          </a:xfrm>
          <a:prstGeom prst="rect">
            <a:avLst/>
          </a:prstGeom>
        </p:spPr>
      </p:pic>
      <p:pic>
        <p:nvPicPr>
          <p:cNvPr id="2028" name="Graphic 2027">
            <a:extLst>
              <a:ext uri="{FF2B5EF4-FFF2-40B4-BE49-F238E27FC236}">
                <a16:creationId xmlns:a16="http://schemas.microsoft.com/office/drawing/2014/main" id="{7181693D-1C4D-DE71-2746-890F6ADCD640}"/>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2143783" y="2786165"/>
            <a:ext cx="228600" cy="228600"/>
          </a:xfrm>
          <a:prstGeom prst="rect">
            <a:avLst/>
          </a:prstGeom>
        </p:spPr>
      </p:pic>
      <p:pic>
        <p:nvPicPr>
          <p:cNvPr id="2030" name="Graphic 2029">
            <a:extLst>
              <a:ext uri="{FF2B5EF4-FFF2-40B4-BE49-F238E27FC236}">
                <a16:creationId xmlns:a16="http://schemas.microsoft.com/office/drawing/2014/main" id="{79889883-C46E-8FEB-D2FF-FD377469248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221151" y="2786165"/>
            <a:ext cx="228600" cy="228600"/>
          </a:xfrm>
          <a:prstGeom prst="rect">
            <a:avLst/>
          </a:prstGeom>
        </p:spPr>
      </p:pic>
      <p:pic>
        <p:nvPicPr>
          <p:cNvPr id="2032" name="Graphic 2031">
            <a:extLst>
              <a:ext uri="{FF2B5EF4-FFF2-40B4-BE49-F238E27FC236}">
                <a16:creationId xmlns:a16="http://schemas.microsoft.com/office/drawing/2014/main" id="{D53E4CE6-EBB9-44C8-D341-B9CC98D2864A}"/>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2922796" y="2786165"/>
            <a:ext cx="228600" cy="228600"/>
          </a:xfrm>
          <a:prstGeom prst="rect">
            <a:avLst/>
          </a:prstGeom>
        </p:spPr>
      </p:pic>
      <p:pic>
        <p:nvPicPr>
          <p:cNvPr id="2034" name="Graphic 2033">
            <a:extLst>
              <a:ext uri="{FF2B5EF4-FFF2-40B4-BE49-F238E27FC236}">
                <a16:creationId xmlns:a16="http://schemas.microsoft.com/office/drawing/2014/main" id="{E8F296A2-CC01-C860-B929-EA5FEF6D976A}"/>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3182467" y="2786165"/>
            <a:ext cx="228600" cy="228600"/>
          </a:xfrm>
          <a:prstGeom prst="rect">
            <a:avLst/>
          </a:prstGeom>
        </p:spPr>
      </p:pic>
      <p:pic>
        <p:nvPicPr>
          <p:cNvPr id="2036" name="Graphic 2035">
            <a:extLst>
              <a:ext uri="{FF2B5EF4-FFF2-40B4-BE49-F238E27FC236}">
                <a16:creationId xmlns:a16="http://schemas.microsoft.com/office/drawing/2014/main" id="{A53D9FC9-0289-1359-E9DC-000F08657EC9}"/>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884112" y="2786165"/>
            <a:ext cx="228600" cy="228600"/>
          </a:xfrm>
          <a:prstGeom prst="rect">
            <a:avLst/>
          </a:prstGeom>
        </p:spPr>
      </p:pic>
      <p:pic>
        <p:nvPicPr>
          <p:cNvPr id="2038" name="Graphic 2037">
            <a:extLst>
              <a:ext uri="{FF2B5EF4-FFF2-40B4-BE49-F238E27FC236}">
                <a16:creationId xmlns:a16="http://schemas.microsoft.com/office/drawing/2014/main" id="{BD9D9245-2C73-EAC3-0261-F725E8CF704E}"/>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3701809" y="2786165"/>
            <a:ext cx="228600" cy="228600"/>
          </a:xfrm>
          <a:prstGeom prst="rect">
            <a:avLst/>
          </a:prstGeom>
        </p:spPr>
      </p:pic>
      <p:pic>
        <p:nvPicPr>
          <p:cNvPr id="2040" name="Graphic 2039">
            <a:extLst>
              <a:ext uri="{FF2B5EF4-FFF2-40B4-BE49-F238E27FC236}">
                <a16:creationId xmlns:a16="http://schemas.microsoft.com/office/drawing/2014/main" id="{54916BD4-8190-9083-0EA4-4017DB1AFB2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3961480" y="2786165"/>
            <a:ext cx="228600" cy="228600"/>
          </a:xfrm>
          <a:prstGeom prst="rect">
            <a:avLst/>
          </a:prstGeom>
        </p:spPr>
      </p:pic>
      <p:pic>
        <p:nvPicPr>
          <p:cNvPr id="2045" name="Graphic 2044">
            <a:extLst>
              <a:ext uri="{FF2B5EF4-FFF2-40B4-BE49-F238E27FC236}">
                <a16:creationId xmlns:a16="http://schemas.microsoft.com/office/drawing/2014/main" id="{B34F14D4-222B-99BB-D607-937B77F739D8}"/>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60135" y="3176671"/>
            <a:ext cx="228600" cy="228600"/>
          </a:xfrm>
          <a:prstGeom prst="rect">
            <a:avLst/>
          </a:prstGeom>
        </p:spPr>
      </p:pic>
      <p:pic>
        <p:nvPicPr>
          <p:cNvPr id="2047" name="Graphic 2046">
            <a:extLst>
              <a:ext uri="{FF2B5EF4-FFF2-40B4-BE49-F238E27FC236}">
                <a16:creationId xmlns:a16="http://schemas.microsoft.com/office/drawing/2014/main" id="{531CE5FE-1596-5C85-9524-03D613BDFC0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574633" y="3176671"/>
            <a:ext cx="228600" cy="228600"/>
          </a:xfrm>
          <a:prstGeom prst="rect">
            <a:avLst/>
          </a:prstGeom>
        </p:spPr>
      </p:pic>
      <p:pic>
        <p:nvPicPr>
          <p:cNvPr id="2049" name="Graphic 2048">
            <a:extLst>
              <a:ext uri="{FF2B5EF4-FFF2-40B4-BE49-F238E27FC236}">
                <a16:creationId xmlns:a16="http://schemas.microsoft.com/office/drawing/2014/main" id="{AE8B7FDC-72B7-30AA-DE93-EF95A382881D}"/>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4000657" y="3176671"/>
            <a:ext cx="228600" cy="228600"/>
          </a:xfrm>
          <a:prstGeom prst="rect">
            <a:avLst/>
          </a:prstGeom>
        </p:spPr>
      </p:pic>
      <p:pic>
        <p:nvPicPr>
          <p:cNvPr id="2051" name="Graphic 2050">
            <a:extLst>
              <a:ext uri="{FF2B5EF4-FFF2-40B4-BE49-F238E27FC236}">
                <a16:creationId xmlns:a16="http://schemas.microsoft.com/office/drawing/2014/main" id="{608A790A-8B2D-1402-9FD1-8F29F175407C}"/>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3429653" y="3176671"/>
            <a:ext cx="228600" cy="228600"/>
          </a:xfrm>
          <a:prstGeom prst="rect">
            <a:avLst/>
          </a:prstGeom>
        </p:spPr>
      </p:pic>
      <p:pic>
        <p:nvPicPr>
          <p:cNvPr id="2053" name="Graphic 2052">
            <a:extLst>
              <a:ext uri="{FF2B5EF4-FFF2-40B4-BE49-F238E27FC236}">
                <a16:creationId xmlns:a16="http://schemas.microsoft.com/office/drawing/2014/main" id="{AE0CDB8E-1EC3-88B6-2BAD-8B9E9B91550E}"/>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2573147" y="3176671"/>
            <a:ext cx="228600" cy="228600"/>
          </a:xfrm>
          <a:prstGeom prst="rect">
            <a:avLst/>
          </a:prstGeom>
        </p:spPr>
      </p:pic>
      <p:pic>
        <p:nvPicPr>
          <p:cNvPr id="2055" name="Graphic 2054">
            <a:extLst>
              <a:ext uri="{FF2B5EF4-FFF2-40B4-BE49-F238E27FC236}">
                <a16:creationId xmlns:a16="http://schemas.microsoft.com/office/drawing/2014/main" id="{828834F8-53A5-F9AF-4F89-6BDD3E5788C2}"/>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3144151" y="3176671"/>
            <a:ext cx="228600" cy="228600"/>
          </a:xfrm>
          <a:prstGeom prst="rect">
            <a:avLst/>
          </a:prstGeom>
        </p:spPr>
      </p:pic>
      <p:pic>
        <p:nvPicPr>
          <p:cNvPr id="2057" name="Graphic 2056">
            <a:extLst>
              <a:ext uri="{FF2B5EF4-FFF2-40B4-BE49-F238E27FC236}">
                <a16:creationId xmlns:a16="http://schemas.microsoft.com/office/drawing/2014/main" id="{2C61D9D1-6F91-8DFC-ED91-89C50114AC7F}"/>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585757" y="4665284"/>
            <a:ext cx="228600" cy="228600"/>
          </a:xfrm>
          <a:prstGeom prst="rect">
            <a:avLst/>
          </a:prstGeom>
        </p:spPr>
      </p:pic>
      <p:pic>
        <p:nvPicPr>
          <p:cNvPr id="2059" name="Graphic 2058">
            <a:extLst>
              <a:ext uri="{FF2B5EF4-FFF2-40B4-BE49-F238E27FC236}">
                <a16:creationId xmlns:a16="http://schemas.microsoft.com/office/drawing/2014/main" id="{990B95C7-B7A6-EA16-D90B-7A99B8E9BBA5}"/>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046382" y="3721319"/>
            <a:ext cx="228600" cy="228600"/>
          </a:xfrm>
          <a:prstGeom prst="rect">
            <a:avLst/>
          </a:prstGeom>
        </p:spPr>
      </p:pic>
      <p:pic>
        <p:nvPicPr>
          <p:cNvPr id="2061" name="Graphic 2060">
            <a:extLst>
              <a:ext uri="{FF2B5EF4-FFF2-40B4-BE49-F238E27FC236}">
                <a16:creationId xmlns:a16="http://schemas.microsoft.com/office/drawing/2014/main" id="{FF87C403-0CEC-24DC-6470-03E36A4E9318}"/>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338507" y="3721319"/>
            <a:ext cx="228600" cy="228600"/>
          </a:xfrm>
          <a:prstGeom prst="rect">
            <a:avLst/>
          </a:prstGeom>
        </p:spPr>
      </p:pic>
      <p:pic>
        <p:nvPicPr>
          <p:cNvPr id="2063" name="Graphic 2062">
            <a:extLst>
              <a:ext uri="{FF2B5EF4-FFF2-40B4-BE49-F238E27FC236}">
                <a16:creationId xmlns:a16="http://schemas.microsoft.com/office/drawing/2014/main" id="{9AE7BBE6-D111-4D37-02DF-4419178BFC03}"/>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2858649" y="3176671"/>
            <a:ext cx="228600" cy="228600"/>
          </a:xfrm>
          <a:prstGeom prst="rect">
            <a:avLst/>
          </a:prstGeom>
        </p:spPr>
      </p:pic>
      <p:pic>
        <p:nvPicPr>
          <p:cNvPr id="2065" name="Graphic 2064">
            <a:extLst>
              <a:ext uri="{FF2B5EF4-FFF2-40B4-BE49-F238E27FC236}">
                <a16:creationId xmlns:a16="http://schemas.microsoft.com/office/drawing/2014/main" id="{60C6B2AE-80EF-6EE9-1743-60FAF2F54113}"/>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2287645" y="3176671"/>
            <a:ext cx="228600" cy="228600"/>
          </a:xfrm>
          <a:prstGeom prst="rect">
            <a:avLst/>
          </a:prstGeom>
        </p:spPr>
      </p:pic>
      <p:pic>
        <p:nvPicPr>
          <p:cNvPr id="2067" name="Graphic 2066">
            <a:extLst>
              <a:ext uri="{FF2B5EF4-FFF2-40B4-BE49-F238E27FC236}">
                <a16:creationId xmlns:a16="http://schemas.microsoft.com/office/drawing/2014/main" id="{57C92220-827E-02DE-3371-CEB3F0BF7CB5}"/>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2002143" y="3176671"/>
            <a:ext cx="228600" cy="228600"/>
          </a:xfrm>
          <a:prstGeom prst="rect">
            <a:avLst/>
          </a:prstGeom>
        </p:spPr>
      </p:pic>
      <p:pic>
        <p:nvPicPr>
          <p:cNvPr id="2069" name="Graphic 2068">
            <a:extLst>
              <a:ext uri="{FF2B5EF4-FFF2-40B4-BE49-F238E27FC236}">
                <a16:creationId xmlns:a16="http://schemas.microsoft.com/office/drawing/2014/main" id="{2A63752F-E96D-42B4-2B23-5FDFFBB18869}"/>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1716641" y="3176671"/>
            <a:ext cx="228600" cy="228600"/>
          </a:xfrm>
          <a:prstGeom prst="rect">
            <a:avLst/>
          </a:prstGeom>
        </p:spPr>
      </p:pic>
      <p:pic>
        <p:nvPicPr>
          <p:cNvPr id="2071" name="Graphic 2070">
            <a:extLst>
              <a:ext uri="{FF2B5EF4-FFF2-40B4-BE49-F238E27FC236}">
                <a16:creationId xmlns:a16="http://schemas.microsoft.com/office/drawing/2014/main" id="{85053B2B-D04A-42F8-3031-751AAB62B4A3}"/>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3715155" y="3176671"/>
            <a:ext cx="228600" cy="228600"/>
          </a:xfrm>
          <a:prstGeom prst="rect">
            <a:avLst/>
          </a:prstGeom>
        </p:spPr>
      </p:pic>
      <p:pic>
        <p:nvPicPr>
          <p:cNvPr id="2073" name="Graphic 2072">
            <a:extLst>
              <a:ext uri="{FF2B5EF4-FFF2-40B4-BE49-F238E27FC236}">
                <a16:creationId xmlns:a16="http://schemas.microsoft.com/office/drawing/2014/main" id="{5727FFD6-2C0F-ECC3-F08C-B898F39B4FDD}"/>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1754257" y="3721319"/>
            <a:ext cx="228600" cy="228600"/>
          </a:xfrm>
          <a:prstGeom prst="rect">
            <a:avLst/>
          </a:prstGeom>
        </p:spPr>
      </p:pic>
      <p:pic>
        <p:nvPicPr>
          <p:cNvPr id="2075" name="Graphic 2074">
            <a:extLst>
              <a:ext uri="{FF2B5EF4-FFF2-40B4-BE49-F238E27FC236}">
                <a16:creationId xmlns:a16="http://schemas.microsoft.com/office/drawing/2014/main" id="{1C11B0A3-BD93-56FB-0632-C8F851147F80}"/>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462132" y="3721319"/>
            <a:ext cx="228600" cy="228600"/>
          </a:xfrm>
          <a:prstGeom prst="rect">
            <a:avLst/>
          </a:prstGeom>
        </p:spPr>
      </p:pic>
      <p:pic>
        <p:nvPicPr>
          <p:cNvPr id="2077" name="Graphic 2076">
            <a:extLst>
              <a:ext uri="{FF2B5EF4-FFF2-40B4-BE49-F238E27FC236}">
                <a16:creationId xmlns:a16="http://schemas.microsoft.com/office/drawing/2014/main" id="{14DCD512-73AF-1BFF-9902-D66C0304727D}"/>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1431139" y="3176671"/>
            <a:ext cx="228600" cy="228600"/>
          </a:xfrm>
          <a:prstGeom prst="rect">
            <a:avLst/>
          </a:prstGeom>
        </p:spPr>
      </p:pic>
      <p:pic>
        <p:nvPicPr>
          <p:cNvPr id="2079" name="Graphic 2078">
            <a:extLst>
              <a:ext uri="{FF2B5EF4-FFF2-40B4-BE49-F238E27FC236}">
                <a16:creationId xmlns:a16="http://schemas.microsoft.com/office/drawing/2014/main" id="{09A0756F-5CCA-3BC7-DC52-1427E2FB33FB}"/>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877882" y="3721319"/>
            <a:ext cx="228600" cy="228600"/>
          </a:xfrm>
          <a:prstGeom prst="rect">
            <a:avLst/>
          </a:prstGeom>
        </p:spPr>
      </p:pic>
      <p:pic>
        <p:nvPicPr>
          <p:cNvPr id="2081" name="Graphic 2080">
            <a:extLst>
              <a:ext uri="{FF2B5EF4-FFF2-40B4-BE49-F238E27FC236}">
                <a16:creationId xmlns:a16="http://schemas.microsoft.com/office/drawing/2014/main" id="{9919667E-A3F4-1E4E-CB09-0CE3F6958B16}"/>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1170007" y="3721319"/>
            <a:ext cx="228600" cy="228600"/>
          </a:xfrm>
          <a:prstGeom prst="rect">
            <a:avLst/>
          </a:prstGeom>
        </p:spPr>
      </p:pic>
      <p:pic>
        <p:nvPicPr>
          <p:cNvPr id="2083" name="Graphic 2082">
            <a:extLst>
              <a:ext uri="{FF2B5EF4-FFF2-40B4-BE49-F238E27FC236}">
                <a16:creationId xmlns:a16="http://schemas.microsoft.com/office/drawing/2014/main" id="{5042F543-ABC5-8F50-4472-F795F464A54D}"/>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585757" y="3721319"/>
            <a:ext cx="228600" cy="228600"/>
          </a:xfrm>
          <a:prstGeom prst="rect">
            <a:avLst/>
          </a:prstGeom>
        </p:spPr>
      </p:pic>
      <p:pic>
        <p:nvPicPr>
          <p:cNvPr id="2085" name="Graphic 2084">
            <a:extLst>
              <a:ext uri="{FF2B5EF4-FFF2-40B4-BE49-F238E27FC236}">
                <a16:creationId xmlns:a16="http://schemas.microsoft.com/office/drawing/2014/main" id="{CAAB9A80-1EEA-D961-D1ED-91BED21A45C3}"/>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1145637" y="3176671"/>
            <a:ext cx="228600" cy="228600"/>
          </a:xfrm>
          <a:prstGeom prst="rect">
            <a:avLst/>
          </a:prstGeom>
        </p:spPr>
      </p:pic>
      <p:pic>
        <p:nvPicPr>
          <p:cNvPr id="2087" name="Graphic 2086">
            <a:extLst>
              <a:ext uri="{FF2B5EF4-FFF2-40B4-BE49-F238E27FC236}">
                <a16:creationId xmlns:a16="http://schemas.microsoft.com/office/drawing/2014/main" id="{F9559DE9-5633-8823-145B-2211DA1A1511}"/>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7596757" y="3721319"/>
            <a:ext cx="228600" cy="228600"/>
          </a:xfrm>
          <a:prstGeom prst="rect">
            <a:avLst/>
          </a:prstGeom>
        </p:spPr>
      </p:pic>
      <p:pic>
        <p:nvPicPr>
          <p:cNvPr id="2089" name="Graphic 2088">
            <a:extLst>
              <a:ext uri="{FF2B5EF4-FFF2-40B4-BE49-F238E27FC236}">
                <a16:creationId xmlns:a16="http://schemas.microsoft.com/office/drawing/2014/main" id="{7589629B-D667-2EA1-AD3C-916F015DC480}"/>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7888882" y="3721319"/>
            <a:ext cx="228600" cy="228600"/>
          </a:xfrm>
          <a:prstGeom prst="rect">
            <a:avLst/>
          </a:prstGeom>
        </p:spPr>
      </p:pic>
      <p:pic>
        <p:nvPicPr>
          <p:cNvPr id="2091" name="Graphic 2090">
            <a:extLst>
              <a:ext uri="{FF2B5EF4-FFF2-40B4-BE49-F238E27FC236}">
                <a16:creationId xmlns:a16="http://schemas.microsoft.com/office/drawing/2014/main" id="{2A60A130-18A1-DB2C-EB91-2D3A19044BEA}"/>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7304632" y="3721319"/>
            <a:ext cx="228600" cy="228600"/>
          </a:xfrm>
          <a:prstGeom prst="rect">
            <a:avLst/>
          </a:prstGeom>
        </p:spPr>
      </p:pic>
      <p:pic>
        <p:nvPicPr>
          <p:cNvPr id="2093" name="Graphic 2092">
            <a:extLst>
              <a:ext uri="{FF2B5EF4-FFF2-40B4-BE49-F238E27FC236}">
                <a16:creationId xmlns:a16="http://schemas.microsoft.com/office/drawing/2014/main" id="{D7968D52-94F9-92CA-C73C-BE2D6D5B2C14}"/>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5999171" y="3176671"/>
            <a:ext cx="228600" cy="228600"/>
          </a:xfrm>
          <a:prstGeom prst="rect">
            <a:avLst/>
          </a:prstGeom>
        </p:spPr>
      </p:pic>
      <p:pic>
        <p:nvPicPr>
          <p:cNvPr id="2095" name="Graphic 2094">
            <a:extLst>
              <a:ext uri="{FF2B5EF4-FFF2-40B4-BE49-F238E27FC236}">
                <a16:creationId xmlns:a16="http://schemas.microsoft.com/office/drawing/2014/main" id="{7C09FB25-EBAA-F327-E40B-19CA69A32B33}"/>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7012507" y="3721319"/>
            <a:ext cx="228600" cy="228600"/>
          </a:xfrm>
          <a:prstGeom prst="rect">
            <a:avLst/>
          </a:prstGeom>
        </p:spPr>
      </p:pic>
      <p:pic>
        <p:nvPicPr>
          <p:cNvPr id="2097" name="Graphic 2096">
            <a:extLst>
              <a:ext uri="{FF2B5EF4-FFF2-40B4-BE49-F238E27FC236}">
                <a16:creationId xmlns:a16="http://schemas.microsoft.com/office/drawing/2014/main" id="{875B13C5-57A8-88BA-582A-8F6B07ED10D3}"/>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4675507" y="3721319"/>
            <a:ext cx="228600" cy="228600"/>
          </a:xfrm>
          <a:prstGeom prst="rect">
            <a:avLst/>
          </a:prstGeom>
        </p:spPr>
      </p:pic>
      <p:pic>
        <p:nvPicPr>
          <p:cNvPr id="2099" name="Graphic 2098">
            <a:extLst>
              <a:ext uri="{FF2B5EF4-FFF2-40B4-BE49-F238E27FC236}">
                <a16:creationId xmlns:a16="http://schemas.microsoft.com/office/drawing/2014/main" id="{B1917B69-88F7-7B64-E0DD-CD10B614750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5713669" y="3176671"/>
            <a:ext cx="228600" cy="228600"/>
          </a:xfrm>
          <a:prstGeom prst="rect">
            <a:avLst/>
          </a:prstGeom>
        </p:spPr>
      </p:pic>
      <p:pic>
        <p:nvPicPr>
          <p:cNvPr id="2101" name="Graphic 2100">
            <a:extLst>
              <a:ext uri="{FF2B5EF4-FFF2-40B4-BE49-F238E27FC236}">
                <a16:creationId xmlns:a16="http://schemas.microsoft.com/office/drawing/2014/main" id="{74790156-C00F-A814-0599-A73CF04E3969}"/>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5428167" y="3176671"/>
            <a:ext cx="228600" cy="228600"/>
          </a:xfrm>
          <a:prstGeom prst="rect">
            <a:avLst/>
          </a:prstGeom>
        </p:spPr>
      </p:pic>
      <p:pic>
        <p:nvPicPr>
          <p:cNvPr id="2103" name="Graphic 2102">
            <a:extLst>
              <a:ext uri="{FF2B5EF4-FFF2-40B4-BE49-F238E27FC236}">
                <a16:creationId xmlns:a16="http://schemas.microsoft.com/office/drawing/2014/main" id="{A700F7BE-2579-B585-FD24-F62F24A1B425}"/>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5142665" y="3176671"/>
            <a:ext cx="228600" cy="228600"/>
          </a:xfrm>
          <a:prstGeom prst="rect">
            <a:avLst/>
          </a:prstGeom>
        </p:spPr>
      </p:pic>
      <p:pic>
        <p:nvPicPr>
          <p:cNvPr id="2105" name="Graphic 2104">
            <a:extLst>
              <a:ext uri="{FF2B5EF4-FFF2-40B4-BE49-F238E27FC236}">
                <a16:creationId xmlns:a16="http://schemas.microsoft.com/office/drawing/2014/main" id="{91F80256-D92F-1A96-437A-16DE11FDF026}"/>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6720382" y="3721319"/>
            <a:ext cx="228600" cy="228600"/>
          </a:xfrm>
          <a:prstGeom prst="rect">
            <a:avLst/>
          </a:prstGeom>
        </p:spPr>
      </p:pic>
      <p:pic>
        <p:nvPicPr>
          <p:cNvPr id="2107" name="Graphic 2106">
            <a:extLst>
              <a:ext uri="{FF2B5EF4-FFF2-40B4-BE49-F238E27FC236}">
                <a16:creationId xmlns:a16="http://schemas.microsoft.com/office/drawing/2014/main" id="{B8C57107-1547-96BC-F737-72E7D5853429}"/>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6428257" y="3721319"/>
            <a:ext cx="228600" cy="228600"/>
          </a:xfrm>
          <a:prstGeom prst="rect">
            <a:avLst/>
          </a:prstGeom>
        </p:spPr>
      </p:pic>
      <p:pic>
        <p:nvPicPr>
          <p:cNvPr id="2109" name="Graphic 2108">
            <a:extLst>
              <a:ext uri="{FF2B5EF4-FFF2-40B4-BE49-F238E27FC236}">
                <a16:creationId xmlns:a16="http://schemas.microsoft.com/office/drawing/2014/main" id="{6193AEE7-C225-D880-8942-01E39DA4DC05}"/>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5844007" y="3721319"/>
            <a:ext cx="228600" cy="228600"/>
          </a:xfrm>
          <a:prstGeom prst="rect">
            <a:avLst/>
          </a:prstGeom>
        </p:spPr>
      </p:pic>
      <p:pic>
        <p:nvPicPr>
          <p:cNvPr id="2111" name="Graphic 2110">
            <a:extLst>
              <a:ext uri="{FF2B5EF4-FFF2-40B4-BE49-F238E27FC236}">
                <a16:creationId xmlns:a16="http://schemas.microsoft.com/office/drawing/2014/main" id="{AB90EFB2-2111-FE89-08F0-40CCDCFA530D}"/>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5551882" y="3721319"/>
            <a:ext cx="228600" cy="228600"/>
          </a:xfrm>
          <a:prstGeom prst="rect">
            <a:avLst/>
          </a:prstGeom>
        </p:spPr>
      </p:pic>
      <p:pic>
        <p:nvPicPr>
          <p:cNvPr id="2113" name="Graphic 2112">
            <a:extLst>
              <a:ext uri="{FF2B5EF4-FFF2-40B4-BE49-F238E27FC236}">
                <a16:creationId xmlns:a16="http://schemas.microsoft.com/office/drawing/2014/main" id="{047D9111-A431-AF5F-FC5B-9395CC319DB9}"/>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6136132" y="3721319"/>
            <a:ext cx="228600" cy="228600"/>
          </a:xfrm>
          <a:prstGeom prst="rect">
            <a:avLst/>
          </a:prstGeom>
        </p:spPr>
      </p:pic>
      <p:pic>
        <p:nvPicPr>
          <p:cNvPr id="2115" name="Graphic 2114">
            <a:extLst>
              <a:ext uri="{FF2B5EF4-FFF2-40B4-BE49-F238E27FC236}">
                <a16:creationId xmlns:a16="http://schemas.microsoft.com/office/drawing/2014/main" id="{5E8AB71F-B226-9679-62FD-47F134D6BE2B}"/>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10453255" y="2786165"/>
            <a:ext cx="228600" cy="228600"/>
          </a:xfrm>
          <a:prstGeom prst="rect">
            <a:avLst/>
          </a:prstGeom>
        </p:spPr>
      </p:pic>
      <p:pic>
        <p:nvPicPr>
          <p:cNvPr id="2117" name="Graphic 2116">
            <a:extLst>
              <a:ext uri="{FF2B5EF4-FFF2-40B4-BE49-F238E27FC236}">
                <a16:creationId xmlns:a16="http://schemas.microsoft.com/office/drawing/2014/main" id="{D49A2229-B678-E3A3-A412-242737EA17A8}"/>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10193584" y="2786165"/>
            <a:ext cx="228600" cy="228600"/>
          </a:xfrm>
          <a:prstGeom prst="rect">
            <a:avLst/>
          </a:prstGeom>
        </p:spPr>
      </p:pic>
      <p:pic>
        <p:nvPicPr>
          <p:cNvPr id="2119" name="Graphic 2118">
            <a:extLst>
              <a:ext uri="{FF2B5EF4-FFF2-40B4-BE49-F238E27FC236}">
                <a16:creationId xmlns:a16="http://schemas.microsoft.com/office/drawing/2014/main" id="{B81D5A92-D360-68A1-3747-3C05D1A2E571}"/>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5259757" y="3721319"/>
            <a:ext cx="228600" cy="228600"/>
          </a:xfrm>
          <a:prstGeom prst="rect">
            <a:avLst/>
          </a:prstGeom>
        </p:spPr>
      </p:pic>
      <p:pic>
        <p:nvPicPr>
          <p:cNvPr id="2121" name="Graphic 2120">
            <a:extLst>
              <a:ext uri="{FF2B5EF4-FFF2-40B4-BE49-F238E27FC236}">
                <a16:creationId xmlns:a16="http://schemas.microsoft.com/office/drawing/2014/main" id="{A36F5FDD-9EBD-74A9-8332-7FBA5454DA78}"/>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4967632" y="3721319"/>
            <a:ext cx="228600" cy="228600"/>
          </a:xfrm>
          <a:prstGeom prst="rect">
            <a:avLst/>
          </a:prstGeom>
        </p:spPr>
      </p:pic>
      <p:pic>
        <p:nvPicPr>
          <p:cNvPr id="2123" name="Graphic 2122">
            <a:extLst>
              <a:ext uri="{FF2B5EF4-FFF2-40B4-BE49-F238E27FC236}">
                <a16:creationId xmlns:a16="http://schemas.microsoft.com/office/drawing/2014/main" id="{69502AD1-6F2D-E1CD-271B-449AAB21C7B2}"/>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1163181" y="4665284"/>
            <a:ext cx="228600" cy="228600"/>
          </a:xfrm>
          <a:prstGeom prst="rect">
            <a:avLst/>
          </a:prstGeom>
        </p:spPr>
      </p:pic>
      <p:pic>
        <p:nvPicPr>
          <p:cNvPr id="2125" name="Graphic 2124">
            <a:extLst>
              <a:ext uri="{FF2B5EF4-FFF2-40B4-BE49-F238E27FC236}">
                <a16:creationId xmlns:a16="http://schemas.microsoft.com/office/drawing/2014/main" id="{121C7645-732F-F2B7-99F8-F734FA5C1DC0}"/>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874469" y="4665284"/>
            <a:ext cx="228600" cy="228600"/>
          </a:xfrm>
          <a:prstGeom prst="rect">
            <a:avLst/>
          </a:prstGeom>
        </p:spPr>
      </p:pic>
      <p:pic>
        <p:nvPicPr>
          <p:cNvPr id="2127" name="Graphic 2126">
            <a:extLst>
              <a:ext uri="{FF2B5EF4-FFF2-40B4-BE49-F238E27FC236}">
                <a16:creationId xmlns:a16="http://schemas.microsoft.com/office/drawing/2014/main" id="{BDE32D50-8270-3965-D9FF-3DBCF1BF67A1}"/>
              </a:ext>
            </a:extLst>
          </p:cNvPr>
          <p:cNvPicPr>
            <a:picLocks noChangeAspect="1"/>
          </p:cNvPicPr>
          <p:nvPr/>
        </p:nvPicPr>
        <p:blipFill>
          <a:blip>
            <a:extLst>
              <a:ext uri="{96DAC541-7B7A-43D3-8B79-37D633B846F1}">
                <asvg:svgBlip xmlns:asvg="http://schemas.microsoft.com/office/drawing/2016/SVG/main" r:embed="rId77"/>
              </a:ext>
            </a:extLst>
          </a:blip>
          <a:stretch>
            <a:fillRect/>
          </a:stretch>
        </p:blipFill>
        <p:spPr>
          <a:xfrm>
            <a:off x="9933913" y="2786165"/>
            <a:ext cx="228600" cy="228600"/>
          </a:xfrm>
          <a:prstGeom prst="rect">
            <a:avLst/>
          </a:prstGeom>
        </p:spPr>
      </p:pic>
      <p:pic>
        <p:nvPicPr>
          <p:cNvPr id="2129" name="Graphic 2128">
            <a:extLst>
              <a:ext uri="{FF2B5EF4-FFF2-40B4-BE49-F238E27FC236}">
                <a16:creationId xmlns:a16="http://schemas.microsoft.com/office/drawing/2014/main" id="{A4860B31-FE1C-EE86-3211-0FB0E9A34679}"/>
              </a:ext>
            </a:extLst>
          </p:cNvPr>
          <p:cNvPicPr>
            <a:picLocks noChangeAspect="1"/>
          </p:cNvPicPr>
          <p:nvPr/>
        </p:nvPicPr>
        <p:blipFill>
          <a:blip>
            <a:extLst>
              <a:ext uri="{96DAC541-7B7A-43D3-8B79-37D633B846F1}">
                <asvg:svgBlip xmlns:asvg="http://schemas.microsoft.com/office/drawing/2016/SVG/main" r:embed="rId78"/>
              </a:ext>
            </a:extLst>
          </a:blip>
          <a:stretch>
            <a:fillRect/>
          </a:stretch>
        </p:blipFill>
        <p:spPr>
          <a:xfrm>
            <a:off x="9674242" y="2786165"/>
            <a:ext cx="228600" cy="228600"/>
          </a:xfrm>
          <a:prstGeom prst="rect">
            <a:avLst/>
          </a:prstGeom>
        </p:spPr>
      </p:pic>
      <p:pic>
        <p:nvPicPr>
          <p:cNvPr id="2131" name="Graphic 2130">
            <a:extLst>
              <a:ext uri="{FF2B5EF4-FFF2-40B4-BE49-F238E27FC236}">
                <a16:creationId xmlns:a16="http://schemas.microsoft.com/office/drawing/2014/main" id="{B5F78606-6768-687A-0A68-18C55DBAA0F5}"/>
              </a:ext>
            </a:extLst>
          </p:cNvPr>
          <p:cNvPicPr>
            <a:picLocks noChangeAspect="1"/>
          </p:cNvPicPr>
          <p:nvPr/>
        </p:nvPicPr>
        <p:blipFill>
          <a:blip>
            <a:extLst>
              <a:ext uri="{96DAC541-7B7A-43D3-8B79-37D633B846F1}">
                <asvg:svgBlip xmlns:asvg="http://schemas.microsoft.com/office/drawing/2016/SVG/main" r:embed="rId79"/>
              </a:ext>
            </a:extLst>
          </a:blip>
          <a:stretch>
            <a:fillRect/>
          </a:stretch>
        </p:blipFill>
        <p:spPr>
          <a:xfrm>
            <a:off x="9154900" y="2786165"/>
            <a:ext cx="228600" cy="228600"/>
          </a:xfrm>
          <a:prstGeom prst="rect">
            <a:avLst/>
          </a:prstGeom>
        </p:spPr>
      </p:pic>
      <p:pic>
        <p:nvPicPr>
          <p:cNvPr id="2133" name="Graphic 2132">
            <a:extLst>
              <a:ext uri="{FF2B5EF4-FFF2-40B4-BE49-F238E27FC236}">
                <a16:creationId xmlns:a16="http://schemas.microsoft.com/office/drawing/2014/main" id="{B1F46318-EFB1-8F85-E563-0F32B0C8E924}"/>
              </a:ext>
            </a:extLst>
          </p:cNvPr>
          <p:cNvPicPr>
            <a:picLocks noChangeAspect="1"/>
          </p:cNvPicPr>
          <p:nvPr/>
        </p:nvPicPr>
        <p:blipFill>
          <a:blip>
            <a:extLst>
              <a:ext uri="{96DAC541-7B7A-43D3-8B79-37D633B846F1}">
                <asvg:svgBlip xmlns:asvg="http://schemas.microsoft.com/office/drawing/2016/SVG/main" r:embed="rId80"/>
              </a:ext>
            </a:extLst>
          </a:blip>
          <a:stretch>
            <a:fillRect/>
          </a:stretch>
        </p:blipFill>
        <p:spPr>
          <a:xfrm>
            <a:off x="8895229" y="2786165"/>
            <a:ext cx="228600" cy="228600"/>
          </a:xfrm>
          <a:prstGeom prst="rect">
            <a:avLst/>
          </a:prstGeom>
        </p:spPr>
      </p:pic>
      <p:pic>
        <p:nvPicPr>
          <p:cNvPr id="2135" name="Graphic 2134">
            <a:extLst>
              <a:ext uri="{FF2B5EF4-FFF2-40B4-BE49-F238E27FC236}">
                <a16:creationId xmlns:a16="http://schemas.microsoft.com/office/drawing/2014/main" id="{FBF1F65F-02B6-DD07-99D4-0A3A7B02A5D1}"/>
              </a:ext>
            </a:extLst>
          </p:cNvPr>
          <p:cNvPicPr>
            <a:picLocks noChangeAspect="1"/>
          </p:cNvPicPr>
          <p:nvPr/>
        </p:nvPicPr>
        <p:blipFill>
          <a:blip>
            <a:extLst>
              <a:ext uri="{96DAC541-7B7A-43D3-8B79-37D633B846F1}">
                <asvg:svgBlip xmlns:asvg="http://schemas.microsoft.com/office/drawing/2016/SVG/main" r:embed="rId81"/>
              </a:ext>
            </a:extLst>
          </a:blip>
          <a:stretch>
            <a:fillRect/>
          </a:stretch>
        </p:blipFill>
        <p:spPr>
          <a:xfrm>
            <a:off x="4383382" y="3721319"/>
            <a:ext cx="228600" cy="228600"/>
          </a:xfrm>
          <a:prstGeom prst="rect">
            <a:avLst/>
          </a:prstGeom>
        </p:spPr>
      </p:pic>
      <p:pic>
        <p:nvPicPr>
          <p:cNvPr id="2137" name="Graphic 2136">
            <a:extLst>
              <a:ext uri="{FF2B5EF4-FFF2-40B4-BE49-F238E27FC236}">
                <a16:creationId xmlns:a16="http://schemas.microsoft.com/office/drawing/2014/main" id="{C6517051-20DC-8AEB-D4DD-F1425D97F2F8}"/>
              </a:ext>
            </a:extLst>
          </p:cNvPr>
          <p:cNvPicPr>
            <a:picLocks noChangeAspect="1"/>
          </p:cNvPicPr>
          <p:nvPr/>
        </p:nvPicPr>
        <p:blipFill>
          <a:blip>
            <a:extLst>
              <a:ext uri="{96DAC541-7B7A-43D3-8B79-37D633B846F1}">
                <asvg:svgBlip xmlns:asvg="http://schemas.microsoft.com/office/drawing/2016/SVG/main" r:embed="rId82"/>
              </a:ext>
            </a:extLst>
          </a:blip>
          <a:stretch>
            <a:fillRect/>
          </a:stretch>
        </p:blipFill>
        <p:spPr>
          <a:xfrm>
            <a:off x="4857163" y="3176671"/>
            <a:ext cx="228600" cy="228600"/>
          </a:xfrm>
          <a:prstGeom prst="rect">
            <a:avLst/>
          </a:prstGeom>
        </p:spPr>
      </p:pic>
      <p:pic>
        <p:nvPicPr>
          <p:cNvPr id="2139" name="Graphic 2138">
            <a:extLst>
              <a:ext uri="{FF2B5EF4-FFF2-40B4-BE49-F238E27FC236}">
                <a16:creationId xmlns:a16="http://schemas.microsoft.com/office/drawing/2014/main" id="{336282A6-C708-B830-4661-AFDD00108AFB}"/>
              </a:ext>
            </a:extLst>
          </p:cNvPr>
          <p:cNvPicPr>
            <a:picLocks noChangeAspect="1"/>
          </p:cNvPicPr>
          <p:nvPr/>
        </p:nvPicPr>
        <p:blipFill>
          <a:blip>
            <a:extLst>
              <a:ext uri="{96DAC541-7B7A-43D3-8B79-37D633B846F1}">
                <asvg:svgBlip xmlns:asvg="http://schemas.microsoft.com/office/drawing/2016/SVG/main" r:embed="rId83"/>
              </a:ext>
            </a:extLst>
          </a:blip>
          <a:stretch>
            <a:fillRect/>
          </a:stretch>
        </p:blipFill>
        <p:spPr>
          <a:xfrm>
            <a:off x="3214882" y="3721319"/>
            <a:ext cx="228600" cy="228600"/>
          </a:xfrm>
          <a:prstGeom prst="rect">
            <a:avLst/>
          </a:prstGeom>
        </p:spPr>
      </p:pic>
      <p:pic>
        <p:nvPicPr>
          <p:cNvPr id="2141" name="Graphic 2140">
            <a:extLst>
              <a:ext uri="{FF2B5EF4-FFF2-40B4-BE49-F238E27FC236}">
                <a16:creationId xmlns:a16="http://schemas.microsoft.com/office/drawing/2014/main" id="{07177D48-7F34-F582-C2C3-9438A7C3D9C7}"/>
              </a:ext>
            </a:extLst>
          </p:cNvPr>
          <p:cNvPicPr>
            <a:picLocks noChangeAspect="1"/>
          </p:cNvPicPr>
          <p:nvPr/>
        </p:nvPicPr>
        <p:blipFill>
          <a:blip>
            <a:extLst>
              <a:ext uri="{96DAC541-7B7A-43D3-8B79-37D633B846F1}">
                <asvg:svgBlip xmlns:asvg="http://schemas.microsoft.com/office/drawing/2016/SVG/main" r:embed="rId84"/>
              </a:ext>
            </a:extLst>
          </a:blip>
          <a:stretch>
            <a:fillRect/>
          </a:stretch>
        </p:blipFill>
        <p:spPr>
          <a:xfrm>
            <a:off x="4091257" y="3721319"/>
            <a:ext cx="228600" cy="228600"/>
          </a:xfrm>
          <a:prstGeom prst="rect">
            <a:avLst/>
          </a:prstGeom>
        </p:spPr>
      </p:pic>
      <p:pic>
        <p:nvPicPr>
          <p:cNvPr id="2143" name="Graphic 2142">
            <a:extLst>
              <a:ext uri="{FF2B5EF4-FFF2-40B4-BE49-F238E27FC236}">
                <a16:creationId xmlns:a16="http://schemas.microsoft.com/office/drawing/2014/main" id="{7A1697CE-198E-BACB-EADC-7B917595935E}"/>
              </a:ext>
            </a:extLst>
          </p:cNvPr>
          <p:cNvPicPr>
            <a:picLocks noChangeAspect="1"/>
          </p:cNvPicPr>
          <p:nvPr/>
        </p:nvPicPr>
        <p:blipFill>
          <a:blip>
            <a:extLst>
              <a:ext uri="{96DAC541-7B7A-43D3-8B79-37D633B846F1}">
                <asvg:svgBlip xmlns:asvg="http://schemas.microsoft.com/office/drawing/2016/SVG/main" r:embed="rId85"/>
              </a:ext>
            </a:extLst>
          </a:blip>
          <a:stretch>
            <a:fillRect/>
          </a:stretch>
        </p:blipFill>
        <p:spPr>
          <a:xfrm>
            <a:off x="3799132" y="3721319"/>
            <a:ext cx="228600" cy="228600"/>
          </a:xfrm>
          <a:prstGeom prst="rect">
            <a:avLst/>
          </a:prstGeom>
        </p:spPr>
      </p:pic>
      <p:pic>
        <p:nvPicPr>
          <p:cNvPr id="2145" name="Graphic 2144">
            <a:extLst>
              <a:ext uri="{FF2B5EF4-FFF2-40B4-BE49-F238E27FC236}">
                <a16:creationId xmlns:a16="http://schemas.microsoft.com/office/drawing/2014/main" id="{776A6D71-BE75-17C9-E890-7ECAC20EA336}"/>
              </a:ext>
            </a:extLst>
          </p:cNvPr>
          <p:cNvPicPr>
            <a:picLocks noChangeAspect="1"/>
          </p:cNvPicPr>
          <p:nvPr/>
        </p:nvPicPr>
        <p:blipFill>
          <a:blip>
            <a:extLst>
              <a:ext uri="{96DAC541-7B7A-43D3-8B79-37D633B846F1}">
                <asvg:svgBlip xmlns:asvg="http://schemas.microsoft.com/office/drawing/2016/SVG/main" r:embed="rId86"/>
              </a:ext>
            </a:extLst>
          </a:blip>
          <a:stretch>
            <a:fillRect/>
          </a:stretch>
        </p:blipFill>
        <p:spPr>
          <a:xfrm>
            <a:off x="2922757" y="3721319"/>
            <a:ext cx="228600" cy="228600"/>
          </a:xfrm>
          <a:prstGeom prst="rect">
            <a:avLst/>
          </a:prstGeom>
        </p:spPr>
      </p:pic>
      <p:pic>
        <p:nvPicPr>
          <p:cNvPr id="2147" name="Graphic 2146">
            <a:extLst>
              <a:ext uri="{FF2B5EF4-FFF2-40B4-BE49-F238E27FC236}">
                <a16:creationId xmlns:a16="http://schemas.microsoft.com/office/drawing/2014/main" id="{70C064FE-3A33-87FC-C5F3-785ACA1626F3}"/>
              </a:ext>
            </a:extLst>
          </p:cNvPr>
          <p:cNvPicPr>
            <a:picLocks noChangeAspect="1"/>
          </p:cNvPicPr>
          <p:nvPr/>
        </p:nvPicPr>
        <p:blipFill>
          <a:blip>
            <a:extLst>
              <a:ext uri="{96DAC541-7B7A-43D3-8B79-37D633B846F1}">
                <asvg:svgBlip xmlns:asvg="http://schemas.microsoft.com/office/drawing/2016/SVG/main" r:embed="rId87"/>
              </a:ext>
            </a:extLst>
          </a:blip>
          <a:stretch>
            <a:fillRect/>
          </a:stretch>
        </p:blipFill>
        <p:spPr>
          <a:xfrm>
            <a:off x="3507007" y="3721319"/>
            <a:ext cx="228600" cy="228600"/>
          </a:xfrm>
          <a:prstGeom prst="rect">
            <a:avLst/>
          </a:prstGeom>
        </p:spPr>
      </p:pic>
      <p:pic>
        <p:nvPicPr>
          <p:cNvPr id="2149" name="Graphic 2148">
            <a:extLst>
              <a:ext uri="{FF2B5EF4-FFF2-40B4-BE49-F238E27FC236}">
                <a16:creationId xmlns:a16="http://schemas.microsoft.com/office/drawing/2014/main" id="{976966C8-1A49-7E1B-4BFE-1554124C3223}"/>
              </a:ext>
            </a:extLst>
          </p:cNvPr>
          <p:cNvPicPr>
            <a:picLocks noChangeAspect="1"/>
          </p:cNvPicPr>
          <p:nvPr/>
        </p:nvPicPr>
        <p:blipFill>
          <a:blip>
            <a:extLst>
              <a:ext uri="{96DAC541-7B7A-43D3-8B79-37D633B846F1}">
                <asvg:svgBlip xmlns:asvg="http://schemas.microsoft.com/office/drawing/2016/SVG/main" r:embed="rId88"/>
              </a:ext>
            </a:extLst>
          </a:blip>
          <a:stretch>
            <a:fillRect/>
          </a:stretch>
        </p:blipFill>
        <p:spPr>
          <a:xfrm>
            <a:off x="4571661" y="3176671"/>
            <a:ext cx="228600" cy="228600"/>
          </a:xfrm>
          <a:prstGeom prst="rect">
            <a:avLst/>
          </a:prstGeom>
        </p:spPr>
      </p:pic>
      <p:pic>
        <p:nvPicPr>
          <p:cNvPr id="2151" name="Graphic 2150">
            <a:extLst>
              <a:ext uri="{FF2B5EF4-FFF2-40B4-BE49-F238E27FC236}">
                <a16:creationId xmlns:a16="http://schemas.microsoft.com/office/drawing/2014/main" id="{9008ED5D-0226-F52B-54C9-E0390CFFA112}"/>
              </a:ext>
            </a:extLst>
          </p:cNvPr>
          <p:cNvPicPr>
            <a:picLocks noChangeAspect="1"/>
          </p:cNvPicPr>
          <p:nvPr/>
        </p:nvPicPr>
        <p:blipFill>
          <a:blip>
            <a:extLst>
              <a:ext uri="{96DAC541-7B7A-43D3-8B79-37D633B846F1}">
                <asvg:svgBlip xmlns:asvg="http://schemas.microsoft.com/office/drawing/2016/SVG/main" r:embed="rId89"/>
              </a:ext>
            </a:extLst>
          </a:blip>
          <a:stretch>
            <a:fillRect/>
          </a:stretch>
        </p:blipFill>
        <p:spPr>
          <a:xfrm>
            <a:off x="4286159" y="3176671"/>
            <a:ext cx="228600" cy="228600"/>
          </a:xfrm>
          <a:prstGeom prst="rect">
            <a:avLst/>
          </a:prstGeom>
        </p:spPr>
      </p:pic>
      <p:pic>
        <p:nvPicPr>
          <p:cNvPr id="2153" name="Graphic 2152">
            <a:extLst>
              <a:ext uri="{FF2B5EF4-FFF2-40B4-BE49-F238E27FC236}">
                <a16:creationId xmlns:a16="http://schemas.microsoft.com/office/drawing/2014/main" id="{BB502511-1F4B-09B0-D346-320A37978FFF}"/>
              </a:ext>
            </a:extLst>
          </p:cNvPr>
          <p:cNvPicPr>
            <a:picLocks noChangeAspect="1"/>
          </p:cNvPicPr>
          <p:nvPr/>
        </p:nvPicPr>
        <p:blipFill>
          <a:blip>
            <a:extLst>
              <a:ext uri="{96DAC541-7B7A-43D3-8B79-37D633B846F1}">
                <asvg:svgBlip xmlns:asvg="http://schemas.microsoft.com/office/drawing/2016/SVG/main" r:embed="rId90"/>
              </a:ext>
            </a:extLst>
          </a:blip>
          <a:stretch>
            <a:fillRect/>
          </a:stretch>
        </p:blipFill>
        <p:spPr>
          <a:xfrm>
            <a:off x="2630632" y="3721319"/>
            <a:ext cx="228600" cy="228600"/>
          </a:xfrm>
          <a:prstGeom prst="rect">
            <a:avLst/>
          </a:prstGeom>
        </p:spPr>
      </p:pic>
      <p:pic>
        <p:nvPicPr>
          <p:cNvPr id="2155" name="Graphic 2154">
            <a:extLst>
              <a:ext uri="{FF2B5EF4-FFF2-40B4-BE49-F238E27FC236}">
                <a16:creationId xmlns:a16="http://schemas.microsoft.com/office/drawing/2014/main" id="{37E02B1E-4CF3-8591-7D7D-3632BE6C45C3}"/>
              </a:ext>
            </a:extLst>
          </p:cNvPr>
          <p:cNvPicPr>
            <a:picLocks noChangeAspect="1"/>
          </p:cNvPicPr>
          <p:nvPr/>
        </p:nvPicPr>
        <p:blipFill>
          <a:blip>
            <a:extLst>
              <a:ext uri="{96DAC541-7B7A-43D3-8B79-37D633B846F1}">
                <asvg:svgBlip xmlns:asvg="http://schemas.microsoft.com/office/drawing/2016/SVG/main" r:embed="rId91"/>
              </a:ext>
            </a:extLst>
          </a:blip>
          <a:stretch>
            <a:fillRect/>
          </a:stretch>
        </p:blipFill>
        <p:spPr>
          <a:xfrm>
            <a:off x="9414571" y="2786165"/>
            <a:ext cx="228600" cy="228600"/>
          </a:xfrm>
          <a:prstGeom prst="rect">
            <a:avLst/>
          </a:prstGeom>
        </p:spPr>
      </p:pic>
      <p:pic>
        <p:nvPicPr>
          <p:cNvPr id="2157" name="Graphic 2156">
            <a:extLst>
              <a:ext uri="{FF2B5EF4-FFF2-40B4-BE49-F238E27FC236}">
                <a16:creationId xmlns:a16="http://schemas.microsoft.com/office/drawing/2014/main" id="{9F3D6AF7-C46E-1558-9A0E-3FAFE878D9F8}"/>
              </a:ext>
            </a:extLst>
          </p:cNvPr>
          <p:cNvPicPr>
            <a:picLocks noChangeAspect="1"/>
          </p:cNvPicPr>
          <p:nvPr/>
        </p:nvPicPr>
        <p:blipFill>
          <a:blip>
            <a:extLst>
              <a:ext uri="{96DAC541-7B7A-43D3-8B79-37D633B846F1}">
                <asvg:svgBlip xmlns:asvg="http://schemas.microsoft.com/office/drawing/2016/SVG/main" r:embed="rId92"/>
              </a:ext>
            </a:extLst>
          </a:blip>
          <a:stretch>
            <a:fillRect/>
          </a:stretch>
        </p:blipFill>
        <p:spPr>
          <a:xfrm>
            <a:off x="7141179" y="3176671"/>
            <a:ext cx="228600" cy="228600"/>
          </a:xfrm>
          <a:prstGeom prst="rect">
            <a:avLst/>
          </a:prstGeom>
        </p:spPr>
      </p:pic>
      <p:pic>
        <p:nvPicPr>
          <p:cNvPr id="2159" name="Graphic 2158">
            <a:extLst>
              <a:ext uri="{FF2B5EF4-FFF2-40B4-BE49-F238E27FC236}">
                <a16:creationId xmlns:a16="http://schemas.microsoft.com/office/drawing/2014/main" id="{827DD4D2-9B31-1FCD-C5A7-FC915B79F597}"/>
              </a:ext>
            </a:extLst>
          </p:cNvPr>
          <p:cNvPicPr>
            <a:picLocks noChangeAspect="1"/>
          </p:cNvPicPr>
          <p:nvPr/>
        </p:nvPicPr>
        <p:blipFill>
          <a:blip>
            <a:extLst>
              <a:ext uri="{96DAC541-7B7A-43D3-8B79-37D633B846F1}">
                <asvg:svgBlip xmlns:asvg="http://schemas.microsoft.com/office/drawing/2016/SVG/main" r:embed="rId93"/>
              </a:ext>
            </a:extLst>
          </a:blip>
          <a:stretch>
            <a:fillRect/>
          </a:stretch>
        </p:blipFill>
        <p:spPr>
          <a:xfrm>
            <a:off x="9311407" y="3721319"/>
            <a:ext cx="228600" cy="228600"/>
          </a:xfrm>
          <a:prstGeom prst="rect">
            <a:avLst/>
          </a:prstGeom>
        </p:spPr>
      </p:pic>
      <p:pic>
        <p:nvPicPr>
          <p:cNvPr id="2161" name="Graphic 2160">
            <a:extLst>
              <a:ext uri="{FF2B5EF4-FFF2-40B4-BE49-F238E27FC236}">
                <a16:creationId xmlns:a16="http://schemas.microsoft.com/office/drawing/2014/main" id="{179CBA34-DDFB-89F4-FCF8-16121DAD8C7F}"/>
              </a:ext>
            </a:extLst>
          </p:cNvPr>
          <p:cNvPicPr>
            <a:picLocks noChangeAspect="1"/>
          </p:cNvPicPr>
          <p:nvPr/>
        </p:nvPicPr>
        <p:blipFill>
          <a:blip>
            <a:extLst>
              <a:ext uri="{96DAC541-7B7A-43D3-8B79-37D633B846F1}">
                <asvg:svgBlip xmlns:asvg="http://schemas.microsoft.com/office/drawing/2016/SVG/main" r:embed="rId94"/>
              </a:ext>
            </a:extLst>
          </a:blip>
          <a:stretch>
            <a:fillRect/>
          </a:stretch>
        </p:blipFill>
        <p:spPr>
          <a:xfrm>
            <a:off x="2606741" y="4665284"/>
            <a:ext cx="228600" cy="228600"/>
          </a:xfrm>
          <a:prstGeom prst="rect">
            <a:avLst/>
          </a:prstGeom>
        </p:spPr>
      </p:pic>
      <p:pic>
        <p:nvPicPr>
          <p:cNvPr id="2163" name="Graphic 2162">
            <a:extLst>
              <a:ext uri="{FF2B5EF4-FFF2-40B4-BE49-F238E27FC236}">
                <a16:creationId xmlns:a16="http://schemas.microsoft.com/office/drawing/2014/main" id="{F82F2077-70B1-4D7D-9633-CA1A9EB5380A}"/>
              </a:ext>
            </a:extLst>
          </p:cNvPr>
          <p:cNvPicPr>
            <a:picLocks noChangeAspect="1"/>
          </p:cNvPicPr>
          <p:nvPr/>
        </p:nvPicPr>
        <p:blipFill>
          <a:blip>
            <a:extLst>
              <a:ext uri="{96DAC541-7B7A-43D3-8B79-37D633B846F1}">
                <asvg:svgBlip xmlns:asvg="http://schemas.microsoft.com/office/drawing/2016/SVG/main" r:embed="rId95"/>
              </a:ext>
            </a:extLst>
          </a:blip>
          <a:stretch>
            <a:fillRect/>
          </a:stretch>
        </p:blipFill>
        <p:spPr>
          <a:xfrm>
            <a:off x="2318029" y="4665284"/>
            <a:ext cx="228600" cy="228600"/>
          </a:xfrm>
          <a:prstGeom prst="rect">
            <a:avLst/>
          </a:prstGeom>
        </p:spPr>
      </p:pic>
      <p:pic>
        <p:nvPicPr>
          <p:cNvPr id="2165" name="Graphic 2164">
            <a:extLst>
              <a:ext uri="{FF2B5EF4-FFF2-40B4-BE49-F238E27FC236}">
                <a16:creationId xmlns:a16="http://schemas.microsoft.com/office/drawing/2014/main" id="{582F8EA4-4934-4A8F-CD88-E3E8D631D1FA}"/>
              </a:ext>
            </a:extLst>
          </p:cNvPr>
          <p:cNvPicPr>
            <a:picLocks noChangeAspect="1"/>
          </p:cNvPicPr>
          <p:nvPr/>
        </p:nvPicPr>
        <p:blipFill>
          <a:blip>
            <a:extLst>
              <a:ext uri="{96DAC541-7B7A-43D3-8B79-37D633B846F1}">
                <asvg:svgBlip xmlns:asvg="http://schemas.microsoft.com/office/drawing/2016/SVG/main" r:embed="rId96"/>
              </a:ext>
            </a:extLst>
          </a:blip>
          <a:stretch>
            <a:fillRect/>
          </a:stretch>
        </p:blipFill>
        <p:spPr>
          <a:xfrm>
            <a:off x="6855677" y="3176671"/>
            <a:ext cx="228600" cy="228600"/>
          </a:xfrm>
          <a:prstGeom prst="rect">
            <a:avLst/>
          </a:prstGeom>
        </p:spPr>
      </p:pic>
      <p:pic>
        <p:nvPicPr>
          <p:cNvPr id="2167" name="Graphic 2166">
            <a:extLst>
              <a:ext uri="{FF2B5EF4-FFF2-40B4-BE49-F238E27FC236}">
                <a16:creationId xmlns:a16="http://schemas.microsoft.com/office/drawing/2014/main" id="{D3665142-FFB4-A469-FE15-F588E7097DD5}"/>
              </a:ext>
            </a:extLst>
          </p:cNvPr>
          <p:cNvPicPr>
            <a:picLocks noChangeAspect="1"/>
          </p:cNvPicPr>
          <p:nvPr/>
        </p:nvPicPr>
        <p:blipFill>
          <a:blip>
            <a:extLst>
              <a:ext uri="{96DAC541-7B7A-43D3-8B79-37D633B846F1}">
                <asvg:svgBlip xmlns:asvg="http://schemas.microsoft.com/office/drawing/2016/SVG/main" r:embed="rId97"/>
              </a:ext>
            </a:extLst>
          </a:blip>
          <a:stretch>
            <a:fillRect/>
          </a:stretch>
        </p:blipFill>
        <p:spPr>
          <a:xfrm>
            <a:off x="6284673" y="3176671"/>
            <a:ext cx="228600" cy="228600"/>
          </a:xfrm>
          <a:prstGeom prst="rect">
            <a:avLst/>
          </a:prstGeom>
        </p:spPr>
      </p:pic>
      <p:pic>
        <p:nvPicPr>
          <p:cNvPr id="2169" name="Graphic 2168">
            <a:extLst>
              <a:ext uri="{FF2B5EF4-FFF2-40B4-BE49-F238E27FC236}">
                <a16:creationId xmlns:a16="http://schemas.microsoft.com/office/drawing/2014/main" id="{D90D415C-C62F-39B4-ADA8-E02D754DBB0F}"/>
              </a:ext>
            </a:extLst>
          </p:cNvPr>
          <p:cNvPicPr>
            <a:picLocks noChangeAspect="1"/>
          </p:cNvPicPr>
          <p:nvPr/>
        </p:nvPicPr>
        <p:blipFill>
          <a:blip>
            <a:extLst>
              <a:ext uri="{96DAC541-7B7A-43D3-8B79-37D633B846F1}">
                <asvg:svgBlip xmlns:asvg="http://schemas.microsoft.com/office/drawing/2016/SVG/main" r:embed="rId98"/>
              </a:ext>
            </a:extLst>
          </a:blip>
          <a:stretch>
            <a:fillRect/>
          </a:stretch>
        </p:blipFill>
        <p:spPr>
          <a:xfrm>
            <a:off x="2029317" y="4665284"/>
            <a:ext cx="228600" cy="228600"/>
          </a:xfrm>
          <a:prstGeom prst="rect">
            <a:avLst/>
          </a:prstGeom>
        </p:spPr>
      </p:pic>
      <p:pic>
        <p:nvPicPr>
          <p:cNvPr id="2171" name="Graphic 2170">
            <a:extLst>
              <a:ext uri="{FF2B5EF4-FFF2-40B4-BE49-F238E27FC236}">
                <a16:creationId xmlns:a16="http://schemas.microsoft.com/office/drawing/2014/main" id="{2FAB11C2-B095-0D6C-14E0-729C526C9D2C}"/>
              </a:ext>
            </a:extLst>
          </p:cNvPr>
          <p:cNvPicPr>
            <a:picLocks noChangeAspect="1"/>
          </p:cNvPicPr>
          <p:nvPr/>
        </p:nvPicPr>
        <p:blipFill>
          <a:blip>
            <a:extLst>
              <a:ext uri="{96DAC541-7B7A-43D3-8B79-37D633B846F1}">
                <asvg:svgBlip xmlns:asvg="http://schemas.microsoft.com/office/drawing/2016/SVG/main" r:embed="rId99"/>
              </a:ext>
            </a:extLst>
          </a:blip>
          <a:stretch>
            <a:fillRect/>
          </a:stretch>
        </p:blipFill>
        <p:spPr>
          <a:xfrm>
            <a:off x="574633" y="4981332"/>
            <a:ext cx="228600" cy="228600"/>
          </a:xfrm>
          <a:prstGeom prst="rect">
            <a:avLst/>
          </a:prstGeom>
        </p:spPr>
      </p:pic>
      <p:pic>
        <p:nvPicPr>
          <p:cNvPr id="2173" name="Graphic 2172">
            <a:extLst>
              <a:ext uri="{FF2B5EF4-FFF2-40B4-BE49-F238E27FC236}">
                <a16:creationId xmlns:a16="http://schemas.microsoft.com/office/drawing/2014/main" id="{F9CCC893-E94E-EBAF-41AB-D0D06D1CB8FF}"/>
              </a:ext>
            </a:extLst>
          </p:cNvPr>
          <p:cNvPicPr>
            <a:picLocks noChangeAspect="1"/>
          </p:cNvPicPr>
          <p:nvPr/>
        </p:nvPicPr>
        <p:blipFill>
          <a:blip>
            <a:extLst>
              <a:ext uri="{96DAC541-7B7A-43D3-8B79-37D633B846F1}">
                <asvg:svgBlip xmlns:asvg="http://schemas.microsoft.com/office/drawing/2016/SVG/main" r:embed="rId100"/>
              </a:ext>
            </a:extLst>
          </a:blip>
          <a:stretch>
            <a:fillRect/>
          </a:stretch>
        </p:blipFill>
        <p:spPr>
          <a:xfrm>
            <a:off x="1740605" y="4665284"/>
            <a:ext cx="228600" cy="228600"/>
          </a:xfrm>
          <a:prstGeom prst="rect">
            <a:avLst/>
          </a:prstGeom>
        </p:spPr>
      </p:pic>
      <p:pic>
        <p:nvPicPr>
          <p:cNvPr id="2175" name="Graphic 2174">
            <a:extLst>
              <a:ext uri="{FF2B5EF4-FFF2-40B4-BE49-F238E27FC236}">
                <a16:creationId xmlns:a16="http://schemas.microsoft.com/office/drawing/2014/main" id="{8CB89600-C5D4-0822-12B5-A35A9493D8D3}"/>
              </a:ext>
            </a:extLst>
          </p:cNvPr>
          <p:cNvPicPr>
            <a:picLocks noChangeAspect="1"/>
          </p:cNvPicPr>
          <p:nvPr/>
        </p:nvPicPr>
        <p:blipFill>
          <a:blip>
            <a:extLst>
              <a:ext uri="{96DAC541-7B7A-43D3-8B79-37D633B846F1}">
                <asvg:svgBlip xmlns:asvg="http://schemas.microsoft.com/office/drawing/2016/SVG/main" r:embed="rId101"/>
              </a:ext>
            </a:extLst>
          </a:blip>
          <a:stretch>
            <a:fillRect/>
          </a:stretch>
        </p:blipFill>
        <p:spPr>
          <a:xfrm>
            <a:off x="1451893" y="4665284"/>
            <a:ext cx="228600" cy="228600"/>
          </a:xfrm>
          <a:prstGeom prst="rect">
            <a:avLst/>
          </a:prstGeom>
        </p:spPr>
      </p:pic>
      <p:pic>
        <p:nvPicPr>
          <p:cNvPr id="2177" name="Graphic 2176">
            <a:extLst>
              <a:ext uri="{FF2B5EF4-FFF2-40B4-BE49-F238E27FC236}">
                <a16:creationId xmlns:a16="http://schemas.microsoft.com/office/drawing/2014/main" id="{BCCD036F-7F83-D055-11E2-99723990A6C2}"/>
              </a:ext>
            </a:extLst>
          </p:cNvPr>
          <p:cNvPicPr>
            <a:picLocks noChangeAspect="1"/>
          </p:cNvPicPr>
          <p:nvPr/>
        </p:nvPicPr>
        <p:blipFill>
          <a:blip>
            <a:extLst>
              <a:ext uri="{96DAC541-7B7A-43D3-8B79-37D633B846F1}">
                <asvg:svgBlip xmlns:asvg="http://schemas.microsoft.com/office/drawing/2016/SVG/main" r:embed="rId102"/>
              </a:ext>
            </a:extLst>
          </a:blip>
          <a:stretch>
            <a:fillRect/>
          </a:stretch>
        </p:blipFill>
        <p:spPr>
          <a:xfrm>
            <a:off x="6570175" y="3176671"/>
            <a:ext cx="228600" cy="228600"/>
          </a:xfrm>
          <a:prstGeom prst="rect">
            <a:avLst/>
          </a:prstGeom>
        </p:spPr>
      </p:pic>
      <p:pic>
        <p:nvPicPr>
          <p:cNvPr id="2179" name="Graphic 2178">
            <a:extLst>
              <a:ext uri="{FF2B5EF4-FFF2-40B4-BE49-F238E27FC236}">
                <a16:creationId xmlns:a16="http://schemas.microsoft.com/office/drawing/2014/main" id="{249FDE82-D303-DB50-06FD-BE852DA33689}"/>
              </a:ext>
            </a:extLst>
          </p:cNvPr>
          <p:cNvPicPr>
            <a:picLocks noChangeAspect="1"/>
          </p:cNvPicPr>
          <p:nvPr/>
        </p:nvPicPr>
        <p:blipFill>
          <a:blip>
            <a:extLst>
              <a:ext uri="{96DAC541-7B7A-43D3-8B79-37D633B846F1}">
                <asvg:svgBlip xmlns:asvg="http://schemas.microsoft.com/office/drawing/2016/SVG/main" r:embed="rId103"/>
              </a:ext>
            </a:extLst>
          </a:blip>
          <a:stretch>
            <a:fillRect/>
          </a:stretch>
        </p:blipFill>
        <p:spPr>
          <a:xfrm>
            <a:off x="11232268" y="2786165"/>
            <a:ext cx="228600" cy="228600"/>
          </a:xfrm>
          <a:prstGeom prst="rect">
            <a:avLst/>
          </a:prstGeom>
        </p:spPr>
      </p:pic>
      <p:pic>
        <p:nvPicPr>
          <p:cNvPr id="2181" name="Graphic 2180">
            <a:extLst>
              <a:ext uri="{FF2B5EF4-FFF2-40B4-BE49-F238E27FC236}">
                <a16:creationId xmlns:a16="http://schemas.microsoft.com/office/drawing/2014/main" id="{691F2768-187E-88B3-5420-818507894CAE}"/>
              </a:ext>
            </a:extLst>
          </p:cNvPr>
          <p:cNvPicPr>
            <a:picLocks noChangeAspect="1"/>
          </p:cNvPicPr>
          <p:nvPr/>
        </p:nvPicPr>
        <p:blipFill>
          <a:blip>
            <a:extLst>
              <a:ext uri="{96DAC541-7B7A-43D3-8B79-37D633B846F1}">
                <asvg:svgBlip xmlns:asvg="http://schemas.microsoft.com/office/drawing/2016/SVG/main" r:embed="rId104"/>
              </a:ext>
            </a:extLst>
          </a:blip>
          <a:stretch>
            <a:fillRect/>
          </a:stretch>
        </p:blipFill>
        <p:spPr>
          <a:xfrm>
            <a:off x="10972597" y="2786165"/>
            <a:ext cx="228600" cy="228600"/>
          </a:xfrm>
          <a:prstGeom prst="rect">
            <a:avLst/>
          </a:prstGeom>
        </p:spPr>
      </p:pic>
      <p:pic>
        <p:nvPicPr>
          <p:cNvPr id="2183" name="Graphic 2182">
            <a:extLst>
              <a:ext uri="{FF2B5EF4-FFF2-40B4-BE49-F238E27FC236}">
                <a16:creationId xmlns:a16="http://schemas.microsoft.com/office/drawing/2014/main" id="{CB054018-C8E6-F6B4-CC55-AA8EE8004BD1}"/>
              </a:ext>
            </a:extLst>
          </p:cNvPr>
          <p:cNvPicPr>
            <a:picLocks noChangeAspect="1"/>
          </p:cNvPicPr>
          <p:nvPr/>
        </p:nvPicPr>
        <p:blipFill>
          <a:blip>
            <a:extLst>
              <a:ext uri="{96DAC541-7B7A-43D3-8B79-37D633B846F1}">
                <asvg:svgBlip xmlns:asvg="http://schemas.microsoft.com/office/drawing/2016/SVG/main" r:embed="rId105"/>
              </a:ext>
            </a:extLst>
          </a:blip>
          <a:stretch>
            <a:fillRect/>
          </a:stretch>
        </p:blipFill>
        <p:spPr>
          <a:xfrm>
            <a:off x="10712926" y="2786165"/>
            <a:ext cx="228600" cy="228600"/>
          </a:xfrm>
          <a:prstGeom prst="rect">
            <a:avLst/>
          </a:prstGeom>
        </p:spPr>
      </p:pic>
      <p:pic>
        <p:nvPicPr>
          <p:cNvPr id="2185" name="Graphic 2184">
            <a:extLst>
              <a:ext uri="{FF2B5EF4-FFF2-40B4-BE49-F238E27FC236}">
                <a16:creationId xmlns:a16="http://schemas.microsoft.com/office/drawing/2014/main" id="{BE745909-6D76-C95D-7759-D4D2CF01152D}"/>
              </a:ext>
            </a:extLst>
          </p:cNvPr>
          <p:cNvPicPr>
            <a:picLocks noChangeAspect="1"/>
          </p:cNvPicPr>
          <p:nvPr/>
        </p:nvPicPr>
        <p:blipFill>
          <a:blip>
            <a:extLst>
              <a:ext uri="{96DAC541-7B7A-43D3-8B79-37D633B846F1}">
                <asvg:svgBlip xmlns:asvg="http://schemas.microsoft.com/office/drawing/2016/SVG/main" r:embed="rId106"/>
              </a:ext>
            </a:extLst>
          </a:blip>
          <a:stretch>
            <a:fillRect/>
          </a:stretch>
        </p:blipFill>
        <p:spPr>
          <a:xfrm>
            <a:off x="8765257" y="3721319"/>
            <a:ext cx="228600" cy="228600"/>
          </a:xfrm>
          <a:prstGeom prst="rect">
            <a:avLst/>
          </a:prstGeom>
        </p:spPr>
      </p:pic>
      <p:pic>
        <p:nvPicPr>
          <p:cNvPr id="2187" name="Graphic 2186">
            <a:extLst>
              <a:ext uri="{FF2B5EF4-FFF2-40B4-BE49-F238E27FC236}">
                <a16:creationId xmlns:a16="http://schemas.microsoft.com/office/drawing/2014/main" id="{B14847FA-CEA6-2D5B-DA2E-3F778636A503}"/>
              </a:ext>
            </a:extLst>
          </p:cNvPr>
          <p:cNvPicPr>
            <a:picLocks noChangeAspect="1"/>
          </p:cNvPicPr>
          <p:nvPr/>
        </p:nvPicPr>
        <p:blipFill>
          <a:blip>
            <a:extLst>
              <a:ext uri="{96DAC541-7B7A-43D3-8B79-37D633B846F1}">
                <asvg:svgBlip xmlns:asvg="http://schemas.microsoft.com/office/drawing/2016/SVG/main" r:embed="rId107"/>
              </a:ext>
            </a:extLst>
          </a:blip>
          <a:stretch>
            <a:fillRect/>
          </a:stretch>
        </p:blipFill>
        <p:spPr>
          <a:xfrm>
            <a:off x="8473132" y="3721319"/>
            <a:ext cx="228600" cy="228600"/>
          </a:xfrm>
          <a:prstGeom prst="rect">
            <a:avLst/>
          </a:prstGeom>
        </p:spPr>
      </p:pic>
      <p:pic>
        <p:nvPicPr>
          <p:cNvPr id="2189" name="Graphic 2188">
            <a:extLst>
              <a:ext uri="{FF2B5EF4-FFF2-40B4-BE49-F238E27FC236}">
                <a16:creationId xmlns:a16="http://schemas.microsoft.com/office/drawing/2014/main" id="{E4E4A74D-AF8B-ABC3-4576-C5B1D72CAC72}"/>
              </a:ext>
            </a:extLst>
          </p:cNvPr>
          <p:cNvPicPr>
            <a:picLocks noChangeAspect="1"/>
          </p:cNvPicPr>
          <p:nvPr/>
        </p:nvPicPr>
        <p:blipFill>
          <a:blip>
            <a:extLst>
              <a:ext uri="{96DAC541-7B7A-43D3-8B79-37D633B846F1}">
                <asvg:svgBlip xmlns:asvg="http://schemas.microsoft.com/office/drawing/2016/SVG/main" r:embed="rId108"/>
              </a:ext>
            </a:extLst>
          </a:blip>
          <a:stretch>
            <a:fillRect/>
          </a:stretch>
        </p:blipFill>
        <p:spPr>
          <a:xfrm>
            <a:off x="8181007" y="3721319"/>
            <a:ext cx="228600" cy="228600"/>
          </a:xfrm>
          <a:prstGeom prst="rect">
            <a:avLst/>
          </a:prstGeom>
        </p:spPr>
      </p:pic>
      <p:pic>
        <p:nvPicPr>
          <p:cNvPr id="2191" name="Graphic 2190">
            <a:extLst>
              <a:ext uri="{FF2B5EF4-FFF2-40B4-BE49-F238E27FC236}">
                <a16:creationId xmlns:a16="http://schemas.microsoft.com/office/drawing/2014/main" id="{F423C37C-A3F0-4E4F-5798-058A278FA45E}"/>
              </a:ext>
            </a:extLst>
          </p:cNvPr>
          <p:cNvPicPr>
            <a:picLocks noChangeAspect="1"/>
          </p:cNvPicPr>
          <p:nvPr/>
        </p:nvPicPr>
        <p:blipFill>
          <a:blip>
            <a:extLst>
              <a:ext uri="{96DAC541-7B7A-43D3-8B79-37D633B846F1}">
                <asvg:svgBlip xmlns:asvg="http://schemas.microsoft.com/office/drawing/2016/SVG/main" r:embed="rId109"/>
              </a:ext>
            </a:extLst>
          </a:blip>
          <a:stretch>
            <a:fillRect/>
          </a:stretch>
        </p:blipFill>
        <p:spPr>
          <a:xfrm>
            <a:off x="9057382" y="3753069"/>
            <a:ext cx="190500" cy="165100"/>
          </a:xfrm>
          <a:prstGeom prst="rect">
            <a:avLst/>
          </a:prstGeom>
        </p:spPr>
      </p:pic>
      <p:pic>
        <p:nvPicPr>
          <p:cNvPr id="2193" name="Graphic 2192">
            <a:extLst>
              <a:ext uri="{FF2B5EF4-FFF2-40B4-BE49-F238E27FC236}">
                <a16:creationId xmlns:a16="http://schemas.microsoft.com/office/drawing/2014/main" id="{568B8196-9D04-F5D8-CED0-40883C76201A}"/>
              </a:ext>
            </a:extLst>
          </p:cNvPr>
          <p:cNvPicPr>
            <a:picLocks noChangeAspect="1"/>
          </p:cNvPicPr>
          <p:nvPr/>
        </p:nvPicPr>
        <p:blipFill>
          <a:blip>
            <a:extLst>
              <a:ext uri="{96DAC541-7B7A-43D3-8B79-37D633B846F1}">
                <asvg:svgBlip xmlns:asvg="http://schemas.microsoft.com/office/drawing/2016/SVG/main" r:embed="rId110"/>
              </a:ext>
            </a:extLst>
          </a:blip>
          <a:stretch>
            <a:fillRect/>
          </a:stretch>
        </p:blipFill>
        <p:spPr>
          <a:xfrm>
            <a:off x="7997685" y="3176671"/>
            <a:ext cx="228600" cy="228600"/>
          </a:xfrm>
          <a:prstGeom prst="rect">
            <a:avLst/>
          </a:prstGeom>
        </p:spPr>
      </p:pic>
      <p:pic>
        <p:nvPicPr>
          <p:cNvPr id="2195" name="Graphic 2194">
            <a:extLst>
              <a:ext uri="{FF2B5EF4-FFF2-40B4-BE49-F238E27FC236}">
                <a16:creationId xmlns:a16="http://schemas.microsoft.com/office/drawing/2014/main" id="{A59FC835-06BE-823F-1D40-66284DB26076}"/>
              </a:ext>
            </a:extLst>
          </p:cNvPr>
          <p:cNvPicPr>
            <a:picLocks noChangeAspect="1"/>
          </p:cNvPicPr>
          <p:nvPr/>
        </p:nvPicPr>
        <p:blipFill>
          <a:blip>
            <a:extLst>
              <a:ext uri="{96DAC541-7B7A-43D3-8B79-37D633B846F1}">
                <asvg:svgBlip xmlns:asvg="http://schemas.microsoft.com/office/drawing/2016/SVG/main" r:embed="rId111"/>
              </a:ext>
            </a:extLst>
          </a:blip>
          <a:stretch>
            <a:fillRect/>
          </a:stretch>
        </p:blipFill>
        <p:spPr>
          <a:xfrm>
            <a:off x="874469" y="4981332"/>
            <a:ext cx="228600" cy="228600"/>
          </a:xfrm>
          <a:prstGeom prst="rect">
            <a:avLst/>
          </a:prstGeom>
        </p:spPr>
      </p:pic>
      <p:pic>
        <p:nvPicPr>
          <p:cNvPr id="2197" name="Graphic 2196">
            <a:extLst>
              <a:ext uri="{FF2B5EF4-FFF2-40B4-BE49-F238E27FC236}">
                <a16:creationId xmlns:a16="http://schemas.microsoft.com/office/drawing/2014/main" id="{1A8EC384-D3DA-267C-97F7-FD931DE1408C}"/>
              </a:ext>
            </a:extLst>
          </p:cNvPr>
          <p:cNvPicPr>
            <a:picLocks noChangeAspect="1"/>
          </p:cNvPicPr>
          <p:nvPr/>
        </p:nvPicPr>
        <p:blipFill>
          <a:blip>
            <a:extLst>
              <a:ext uri="{96DAC541-7B7A-43D3-8B79-37D633B846F1}">
                <asvg:svgBlip xmlns:asvg="http://schemas.microsoft.com/office/drawing/2016/SVG/main" r:embed="rId112"/>
              </a:ext>
            </a:extLst>
          </a:blip>
          <a:stretch>
            <a:fillRect/>
          </a:stretch>
        </p:blipFill>
        <p:spPr>
          <a:xfrm>
            <a:off x="1191091" y="4127207"/>
            <a:ext cx="228600" cy="228600"/>
          </a:xfrm>
          <a:prstGeom prst="rect">
            <a:avLst/>
          </a:prstGeom>
        </p:spPr>
      </p:pic>
      <p:pic>
        <p:nvPicPr>
          <p:cNvPr id="2199" name="Graphic 2198">
            <a:extLst>
              <a:ext uri="{FF2B5EF4-FFF2-40B4-BE49-F238E27FC236}">
                <a16:creationId xmlns:a16="http://schemas.microsoft.com/office/drawing/2014/main" id="{E2B360AD-7248-4F2A-C59C-B5C0D702C45F}"/>
              </a:ext>
            </a:extLst>
          </p:cNvPr>
          <p:cNvPicPr>
            <a:picLocks noChangeAspect="1"/>
          </p:cNvPicPr>
          <p:nvPr/>
        </p:nvPicPr>
        <p:blipFill>
          <a:blip>
            <a:extLst>
              <a:ext uri="{96DAC541-7B7A-43D3-8B79-37D633B846F1}">
                <asvg:svgBlip xmlns:asvg="http://schemas.microsoft.com/office/drawing/2016/SVG/main" r:embed="rId113"/>
              </a:ext>
            </a:extLst>
          </a:blip>
          <a:stretch>
            <a:fillRect/>
          </a:stretch>
        </p:blipFill>
        <p:spPr>
          <a:xfrm>
            <a:off x="1493758" y="4127207"/>
            <a:ext cx="228600" cy="228600"/>
          </a:xfrm>
          <a:prstGeom prst="rect">
            <a:avLst/>
          </a:prstGeom>
        </p:spPr>
      </p:pic>
      <p:pic>
        <p:nvPicPr>
          <p:cNvPr id="2201" name="Graphic 2200">
            <a:extLst>
              <a:ext uri="{FF2B5EF4-FFF2-40B4-BE49-F238E27FC236}">
                <a16:creationId xmlns:a16="http://schemas.microsoft.com/office/drawing/2014/main" id="{7565F65C-8DA5-9A10-2CCB-01C45860A36A}"/>
              </a:ext>
            </a:extLst>
          </p:cNvPr>
          <p:cNvPicPr>
            <a:picLocks noChangeAspect="1"/>
          </p:cNvPicPr>
          <p:nvPr/>
        </p:nvPicPr>
        <p:blipFill>
          <a:blip>
            <a:extLst>
              <a:ext uri="{96DAC541-7B7A-43D3-8B79-37D633B846F1}">
                <asvg:svgBlip xmlns:asvg="http://schemas.microsoft.com/office/drawing/2016/SVG/main" r:embed="rId114"/>
              </a:ext>
            </a:extLst>
          </a:blip>
          <a:stretch>
            <a:fillRect/>
          </a:stretch>
        </p:blipFill>
        <p:spPr>
          <a:xfrm>
            <a:off x="7712183" y="3176671"/>
            <a:ext cx="228600" cy="228600"/>
          </a:xfrm>
          <a:prstGeom prst="rect">
            <a:avLst/>
          </a:prstGeom>
        </p:spPr>
      </p:pic>
      <p:pic>
        <p:nvPicPr>
          <p:cNvPr id="2203" name="Graphic 2202">
            <a:extLst>
              <a:ext uri="{FF2B5EF4-FFF2-40B4-BE49-F238E27FC236}">
                <a16:creationId xmlns:a16="http://schemas.microsoft.com/office/drawing/2014/main" id="{D47A434B-3A28-93AB-8680-654F94E223B9}"/>
              </a:ext>
            </a:extLst>
          </p:cNvPr>
          <p:cNvPicPr>
            <a:picLocks noChangeAspect="1"/>
          </p:cNvPicPr>
          <p:nvPr/>
        </p:nvPicPr>
        <p:blipFill>
          <a:blip>
            <a:extLst>
              <a:ext uri="{96DAC541-7B7A-43D3-8B79-37D633B846F1}">
                <asvg:svgBlip xmlns:asvg="http://schemas.microsoft.com/office/drawing/2016/SVG/main" r:embed="rId115"/>
              </a:ext>
            </a:extLst>
          </a:blip>
          <a:stretch>
            <a:fillRect/>
          </a:stretch>
        </p:blipFill>
        <p:spPr>
          <a:xfrm>
            <a:off x="1175490" y="4981332"/>
            <a:ext cx="228600" cy="228600"/>
          </a:xfrm>
          <a:prstGeom prst="rect">
            <a:avLst/>
          </a:prstGeom>
        </p:spPr>
      </p:pic>
      <p:pic>
        <p:nvPicPr>
          <p:cNvPr id="2205" name="Graphic 2204">
            <a:extLst>
              <a:ext uri="{FF2B5EF4-FFF2-40B4-BE49-F238E27FC236}">
                <a16:creationId xmlns:a16="http://schemas.microsoft.com/office/drawing/2014/main" id="{7D12788F-70E6-6392-C1DA-5B99C7A5037C}"/>
              </a:ext>
            </a:extLst>
          </p:cNvPr>
          <p:cNvPicPr>
            <a:picLocks noChangeAspect="1"/>
          </p:cNvPicPr>
          <p:nvPr/>
        </p:nvPicPr>
        <p:blipFill>
          <a:blip>
            <a:extLst>
              <a:ext uri="{96DAC541-7B7A-43D3-8B79-37D633B846F1}">
                <asvg:svgBlip xmlns:asvg="http://schemas.microsoft.com/office/drawing/2016/SVG/main" r:embed="rId116"/>
              </a:ext>
            </a:extLst>
          </a:blip>
          <a:stretch>
            <a:fillRect/>
          </a:stretch>
        </p:blipFill>
        <p:spPr>
          <a:xfrm>
            <a:off x="585757" y="4127207"/>
            <a:ext cx="228600" cy="228600"/>
          </a:xfrm>
          <a:prstGeom prst="rect">
            <a:avLst/>
          </a:prstGeom>
        </p:spPr>
      </p:pic>
      <p:pic>
        <p:nvPicPr>
          <p:cNvPr id="2207" name="Graphic 2206">
            <a:extLst>
              <a:ext uri="{FF2B5EF4-FFF2-40B4-BE49-F238E27FC236}">
                <a16:creationId xmlns:a16="http://schemas.microsoft.com/office/drawing/2014/main" id="{06811040-902C-0043-ECBA-B8AB3575165B}"/>
              </a:ext>
            </a:extLst>
          </p:cNvPr>
          <p:cNvPicPr>
            <a:picLocks noChangeAspect="1"/>
          </p:cNvPicPr>
          <p:nvPr/>
        </p:nvPicPr>
        <p:blipFill>
          <a:blip>
            <a:extLst>
              <a:ext uri="{96DAC541-7B7A-43D3-8B79-37D633B846F1}">
                <asvg:svgBlip xmlns:asvg="http://schemas.microsoft.com/office/drawing/2016/SVG/main" r:embed="rId117"/>
              </a:ext>
            </a:extLst>
          </a:blip>
          <a:stretch>
            <a:fillRect/>
          </a:stretch>
        </p:blipFill>
        <p:spPr>
          <a:xfrm>
            <a:off x="888424" y="4127207"/>
            <a:ext cx="228600" cy="228600"/>
          </a:xfrm>
          <a:prstGeom prst="rect">
            <a:avLst/>
          </a:prstGeom>
        </p:spPr>
      </p:pic>
      <p:pic>
        <p:nvPicPr>
          <p:cNvPr id="2209" name="Graphic 2208">
            <a:extLst>
              <a:ext uri="{FF2B5EF4-FFF2-40B4-BE49-F238E27FC236}">
                <a16:creationId xmlns:a16="http://schemas.microsoft.com/office/drawing/2014/main" id="{87A38DE8-2667-FFE5-95B1-5439C0F3E019}"/>
              </a:ext>
            </a:extLst>
          </p:cNvPr>
          <p:cNvPicPr>
            <a:picLocks noChangeAspect="1"/>
          </p:cNvPicPr>
          <p:nvPr/>
        </p:nvPicPr>
        <p:blipFill>
          <a:blip>
            <a:extLst>
              <a:ext uri="{96DAC541-7B7A-43D3-8B79-37D633B846F1}">
                <asvg:svgBlip xmlns:asvg="http://schemas.microsoft.com/office/drawing/2016/SVG/main" r:embed="rId118"/>
              </a:ext>
            </a:extLst>
          </a:blip>
          <a:stretch>
            <a:fillRect/>
          </a:stretch>
        </p:blipFill>
        <p:spPr>
          <a:xfrm>
            <a:off x="11356289" y="3721319"/>
            <a:ext cx="228600" cy="228600"/>
          </a:xfrm>
          <a:prstGeom prst="rect">
            <a:avLst/>
          </a:prstGeom>
        </p:spPr>
      </p:pic>
      <p:pic>
        <p:nvPicPr>
          <p:cNvPr id="2211" name="Graphic 2210">
            <a:extLst>
              <a:ext uri="{FF2B5EF4-FFF2-40B4-BE49-F238E27FC236}">
                <a16:creationId xmlns:a16="http://schemas.microsoft.com/office/drawing/2014/main" id="{AC1E424D-9A83-A29A-873E-22A539C7B051}"/>
              </a:ext>
            </a:extLst>
          </p:cNvPr>
          <p:cNvPicPr>
            <a:picLocks noChangeAspect="1"/>
          </p:cNvPicPr>
          <p:nvPr/>
        </p:nvPicPr>
        <p:blipFill>
          <a:blip>
            <a:extLst>
              <a:ext uri="{96DAC541-7B7A-43D3-8B79-37D633B846F1}">
                <asvg:svgBlip xmlns:asvg="http://schemas.microsoft.com/office/drawing/2016/SVG/main" r:embed="rId119"/>
              </a:ext>
            </a:extLst>
          </a:blip>
          <a:stretch>
            <a:fillRect/>
          </a:stretch>
        </p:blipFill>
        <p:spPr>
          <a:xfrm>
            <a:off x="3184165" y="4665284"/>
            <a:ext cx="228600" cy="228600"/>
          </a:xfrm>
          <a:prstGeom prst="rect">
            <a:avLst/>
          </a:prstGeom>
        </p:spPr>
      </p:pic>
      <p:pic>
        <p:nvPicPr>
          <p:cNvPr id="2213" name="Graphic 2212">
            <a:extLst>
              <a:ext uri="{FF2B5EF4-FFF2-40B4-BE49-F238E27FC236}">
                <a16:creationId xmlns:a16="http://schemas.microsoft.com/office/drawing/2014/main" id="{A6C8DF0B-5CC8-7BED-4141-40AC5B1D4B69}"/>
              </a:ext>
            </a:extLst>
          </p:cNvPr>
          <p:cNvPicPr>
            <a:picLocks noChangeAspect="1"/>
          </p:cNvPicPr>
          <p:nvPr/>
        </p:nvPicPr>
        <p:blipFill>
          <a:blip>
            <a:extLst>
              <a:ext uri="{96DAC541-7B7A-43D3-8B79-37D633B846F1}">
                <asvg:svgBlip xmlns:asvg="http://schemas.microsoft.com/office/drawing/2016/SVG/main" r:embed="rId120"/>
              </a:ext>
            </a:extLst>
          </a:blip>
          <a:stretch>
            <a:fillRect/>
          </a:stretch>
        </p:blipFill>
        <p:spPr>
          <a:xfrm>
            <a:off x="3472880" y="4665284"/>
            <a:ext cx="228600" cy="228600"/>
          </a:xfrm>
          <a:prstGeom prst="rect">
            <a:avLst/>
          </a:prstGeom>
        </p:spPr>
      </p:pic>
      <p:pic>
        <p:nvPicPr>
          <p:cNvPr id="2215" name="Graphic 2214">
            <a:extLst>
              <a:ext uri="{FF2B5EF4-FFF2-40B4-BE49-F238E27FC236}">
                <a16:creationId xmlns:a16="http://schemas.microsoft.com/office/drawing/2014/main" id="{D781CE47-20F2-5604-2BF6-047421211F17}"/>
              </a:ext>
            </a:extLst>
          </p:cNvPr>
          <p:cNvPicPr>
            <a:picLocks noChangeAspect="1"/>
          </p:cNvPicPr>
          <p:nvPr/>
        </p:nvPicPr>
        <p:blipFill>
          <a:blip>
            <a:extLst>
              <a:ext uri="{96DAC541-7B7A-43D3-8B79-37D633B846F1}">
                <asvg:svgBlip xmlns:asvg="http://schemas.microsoft.com/office/drawing/2016/SVG/main" r:embed="rId121"/>
              </a:ext>
            </a:extLst>
          </a:blip>
          <a:stretch>
            <a:fillRect/>
          </a:stretch>
        </p:blipFill>
        <p:spPr>
          <a:xfrm>
            <a:off x="860806" y="5455160"/>
            <a:ext cx="228600" cy="228600"/>
          </a:xfrm>
          <a:prstGeom prst="rect">
            <a:avLst/>
          </a:prstGeom>
        </p:spPr>
      </p:pic>
      <p:pic>
        <p:nvPicPr>
          <p:cNvPr id="2217" name="Graphic 2216">
            <a:extLst>
              <a:ext uri="{FF2B5EF4-FFF2-40B4-BE49-F238E27FC236}">
                <a16:creationId xmlns:a16="http://schemas.microsoft.com/office/drawing/2014/main" id="{253224D8-F1BE-0352-FE2D-22885ADF04E9}"/>
              </a:ext>
            </a:extLst>
          </p:cNvPr>
          <p:cNvPicPr>
            <a:picLocks noChangeAspect="1"/>
          </p:cNvPicPr>
          <p:nvPr/>
        </p:nvPicPr>
        <p:blipFill>
          <a:blip>
            <a:extLst>
              <a:ext uri="{96DAC541-7B7A-43D3-8B79-37D633B846F1}">
                <asvg:svgBlip xmlns:asvg="http://schemas.microsoft.com/office/drawing/2016/SVG/main" r:embed="rId122"/>
              </a:ext>
            </a:extLst>
          </a:blip>
          <a:stretch>
            <a:fillRect/>
          </a:stretch>
        </p:blipFill>
        <p:spPr>
          <a:xfrm>
            <a:off x="11064157" y="3721319"/>
            <a:ext cx="228600" cy="228600"/>
          </a:xfrm>
          <a:prstGeom prst="rect">
            <a:avLst/>
          </a:prstGeom>
        </p:spPr>
      </p:pic>
      <p:pic>
        <p:nvPicPr>
          <p:cNvPr id="2219" name="Graphic 2218">
            <a:extLst>
              <a:ext uri="{FF2B5EF4-FFF2-40B4-BE49-F238E27FC236}">
                <a16:creationId xmlns:a16="http://schemas.microsoft.com/office/drawing/2014/main" id="{C2DD71CF-6BBC-16E0-7E82-0BF346EC665A}"/>
              </a:ext>
            </a:extLst>
          </p:cNvPr>
          <p:cNvPicPr>
            <a:picLocks noChangeAspect="1"/>
          </p:cNvPicPr>
          <p:nvPr/>
        </p:nvPicPr>
        <p:blipFill>
          <a:blip>
            <a:extLst>
              <a:ext uri="{96DAC541-7B7A-43D3-8B79-37D633B846F1}">
                <asvg:svgBlip xmlns:asvg="http://schemas.microsoft.com/office/drawing/2016/SVG/main" r:embed="rId123"/>
              </a:ext>
            </a:extLst>
          </a:blip>
          <a:stretch>
            <a:fillRect/>
          </a:stretch>
        </p:blipFill>
        <p:spPr>
          <a:xfrm>
            <a:off x="10772032" y="3721319"/>
            <a:ext cx="228600" cy="228600"/>
          </a:xfrm>
          <a:prstGeom prst="rect">
            <a:avLst/>
          </a:prstGeom>
        </p:spPr>
      </p:pic>
      <p:pic>
        <p:nvPicPr>
          <p:cNvPr id="2221" name="Graphic 2220">
            <a:extLst>
              <a:ext uri="{FF2B5EF4-FFF2-40B4-BE49-F238E27FC236}">
                <a16:creationId xmlns:a16="http://schemas.microsoft.com/office/drawing/2014/main" id="{DD18C48E-F8F4-7EBC-690D-E167C8A9CF46}"/>
              </a:ext>
            </a:extLst>
          </p:cNvPr>
          <p:cNvPicPr>
            <a:picLocks noChangeAspect="1"/>
          </p:cNvPicPr>
          <p:nvPr/>
        </p:nvPicPr>
        <p:blipFill>
          <a:blip>
            <a:extLst>
              <a:ext uri="{96DAC541-7B7A-43D3-8B79-37D633B846F1}">
                <asvg:svgBlip xmlns:asvg="http://schemas.microsoft.com/office/drawing/2016/SVG/main" r:embed="rId124"/>
              </a:ext>
            </a:extLst>
          </a:blip>
          <a:stretch>
            <a:fillRect/>
          </a:stretch>
        </p:blipFill>
        <p:spPr>
          <a:xfrm>
            <a:off x="10479907" y="3721319"/>
            <a:ext cx="228600" cy="228600"/>
          </a:xfrm>
          <a:prstGeom prst="rect">
            <a:avLst/>
          </a:prstGeom>
        </p:spPr>
      </p:pic>
      <p:pic>
        <p:nvPicPr>
          <p:cNvPr id="2223" name="Graphic 2222">
            <a:extLst>
              <a:ext uri="{FF2B5EF4-FFF2-40B4-BE49-F238E27FC236}">
                <a16:creationId xmlns:a16="http://schemas.microsoft.com/office/drawing/2014/main" id="{68A70C05-352D-A220-4063-C2D884A0D67D}"/>
              </a:ext>
            </a:extLst>
          </p:cNvPr>
          <p:cNvPicPr>
            <a:picLocks noChangeAspect="1"/>
          </p:cNvPicPr>
          <p:nvPr/>
        </p:nvPicPr>
        <p:blipFill>
          <a:blip>
            <a:extLst>
              <a:ext uri="{96DAC541-7B7A-43D3-8B79-37D633B846F1}">
                <asvg:svgBlip xmlns:asvg="http://schemas.microsoft.com/office/drawing/2016/SVG/main" r:embed="rId125"/>
              </a:ext>
            </a:extLst>
          </a:blip>
          <a:stretch>
            <a:fillRect/>
          </a:stretch>
        </p:blipFill>
        <p:spPr>
          <a:xfrm>
            <a:off x="10187782" y="3721319"/>
            <a:ext cx="228600" cy="228600"/>
          </a:xfrm>
          <a:prstGeom prst="rect">
            <a:avLst/>
          </a:prstGeom>
        </p:spPr>
      </p:pic>
      <p:pic>
        <p:nvPicPr>
          <p:cNvPr id="2225" name="Graphic 2224">
            <a:extLst>
              <a:ext uri="{FF2B5EF4-FFF2-40B4-BE49-F238E27FC236}">
                <a16:creationId xmlns:a16="http://schemas.microsoft.com/office/drawing/2014/main" id="{583A24E3-3C2D-05E3-28F8-5AE9B6A37021}"/>
              </a:ext>
            </a:extLst>
          </p:cNvPr>
          <p:cNvPicPr>
            <a:picLocks noChangeAspect="1"/>
          </p:cNvPicPr>
          <p:nvPr/>
        </p:nvPicPr>
        <p:blipFill>
          <a:blip>
            <a:extLst>
              <a:ext uri="{96DAC541-7B7A-43D3-8B79-37D633B846F1}">
                <asvg:svgBlip xmlns:asvg="http://schemas.microsoft.com/office/drawing/2016/SVG/main" r:embed="rId126"/>
              </a:ext>
            </a:extLst>
          </a:blip>
          <a:stretch>
            <a:fillRect/>
          </a:stretch>
        </p:blipFill>
        <p:spPr>
          <a:xfrm>
            <a:off x="585757" y="5455160"/>
            <a:ext cx="228600" cy="228600"/>
          </a:xfrm>
          <a:prstGeom prst="rect">
            <a:avLst/>
          </a:prstGeom>
        </p:spPr>
      </p:pic>
      <p:pic>
        <p:nvPicPr>
          <p:cNvPr id="2227" name="Graphic 2226">
            <a:extLst>
              <a:ext uri="{FF2B5EF4-FFF2-40B4-BE49-F238E27FC236}">
                <a16:creationId xmlns:a16="http://schemas.microsoft.com/office/drawing/2014/main" id="{0BE62371-D3ED-F830-4CC7-D948CFEAE7D9}"/>
              </a:ext>
            </a:extLst>
          </p:cNvPr>
          <p:cNvPicPr>
            <a:picLocks noChangeAspect="1"/>
          </p:cNvPicPr>
          <p:nvPr/>
        </p:nvPicPr>
        <p:blipFill>
          <a:blip>
            <a:extLst>
              <a:ext uri="{96DAC541-7B7A-43D3-8B79-37D633B846F1}">
                <asvg:svgBlip xmlns:asvg="http://schemas.microsoft.com/office/drawing/2016/SVG/main" r:embed="rId127"/>
              </a:ext>
            </a:extLst>
          </a:blip>
          <a:stretch>
            <a:fillRect/>
          </a:stretch>
        </p:blipFill>
        <p:spPr>
          <a:xfrm>
            <a:off x="9603532" y="3721319"/>
            <a:ext cx="228600" cy="228600"/>
          </a:xfrm>
          <a:prstGeom prst="rect">
            <a:avLst/>
          </a:prstGeom>
        </p:spPr>
      </p:pic>
      <p:pic>
        <p:nvPicPr>
          <p:cNvPr id="2229" name="Graphic 2228">
            <a:extLst>
              <a:ext uri="{FF2B5EF4-FFF2-40B4-BE49-F238E27FC236}">
                <a16:creationId xmlns:a16="http://schemas.microsoft.com/office/drawing/2014/main" id="{E6098580-FC68-479D-C1AF-FD0A932E69E2}"/>
              </a:ext>
            </a:extLst>
          </p:cNvPr>
          <p:cNvPicPr>
            <a:picLocks noChangeAspect="1"/>
          </p:cNvPicPr>
          <p:nvPr/>
        </p:nvPicPr>
        <p:blipFill>
          <a:blip>
            <a:extLst>
              <a:ext uri="{96DAC541-7B7A-43D3-8B79-37D633B846F1}">
                <asvg:svgBlip xmlns:asvg="http://schemas.microsoft.com/office/drawing/2016/SVG/main" r:embed="rId128"/>
              </a:ext>
            </a:extLst>
          </a:blip>
          <a:stretch>
            <a:fillRect/>
          </a:stretch>
        </p:blipFill>
        <p:spPr>
          <a:xfrm>
            <a:off x="2895453" y="4665284"/>
            <a:ext cx="228600" cy="228600"/>
          </a:xfrm>
          <a:prstGeom prst="rect">
            <a:avLst/>
          </a:prstGeom>
        </p:spPr>
      </p:pic>
      <p:pic>
        <p:nvPicPr>
          <p:cNvPr id="2231" name="Graphic 2230">
            <a:extLst>
              <a:ext uri="{FF2B5EF4-FFF2-40B4-BE49-F238E27FC236}">
                <a16:creationId xmlns:a16="http://schemas.microsoft.com/office/drawing/2014/main" id="{571BB36B-CF88-BE64-AC45-2D2FFF1F2078}"/>
              </a:ext>
            </a:extLst>
          </p:cNvPr>
          <p:cNvPicPr>
            <a:picLocks noChangeAspect="1"/>
          </p:cNvPicPr>
          <p:nvPr/>
        </p:nvPicPr>
        <p:blipFill>
          <a:blip>
            <a:extLst>
              <a:ext uri="{96DAC541-7B7A-43D3-8B79-37D633B846F1}">
                <asvg:svgBlip xmlns:asvg="http://schemas.microsoft.com/office/drawing/2016/SVG/main" r:embed="rId129"/>
              </a:ext>
            </a:extLst>
          </a:blip>
          <a:stretch>
            <a:fillRect/>
          </a:stretch>
        </p:blipFill>
        <p:spPr>
          <a:xfrm>
            <a:off x="11491943" y="2786165"/>
            <a:ext cx="228600" cy="228600"/>
          </a:xfrm>
          <a:prstGeom prst="rect">
            <a:avLst/>
          </a:prstGeom>
        </p:spPr>
      </p:pic>
      <p:pic>
        <p:nvPicPr>
          <p:cNvPr id="2233" name="Graphic 2232">
            <a:extLst>
              <a:ext uri="{FF2B5EF4-FFF2-40B4-BE49-F238E27FC236}">
                <a16:creationId xmlns:a16="http://schemas.microsoft.com/office/drawing/2014/main" id="{A1611B39-CBE5-B6ED-3347-93D9E66AF2C3}"/>
              </a:ext>
            </a:extLst>
          </p:cNvPr>
          <p:cNvPicPr>
            <a:picLocks noChangeAspect="1"/>
          </p:cNvPicPr>
          <p:nvPr/>
        </p:nvPicPr>
        <p:blipFill>
          <a:blip>
            <a:extLst>
              <a:ext uri="{96DAC541-7B7A-43D3-8B79-37D633B846F1}">
                <asvg:svgBlip xmlns:asvg="http://schemas.microsoft.com/office/drawing/2016/SVG/main" r:embed="rId130"/>
              </a:ext>
            </a:extLst>
          </a:blip>
          <a:stretch>
            <a:fillRect/>
          </a:stretch>
        </p:blipFill>
        <p:spPr>
          <a:xfrm>
            <a:off x="7426681" y="3176671"/>
            <a:ext cx="228600" cy="228600"/>
          </a:xfrm>
          <a:prstGeom prst="rect">
            <a:avLst/>
          </a:prstGeom>
        </p:spPr>
      </p:pic>
      <p:pic>
        <p:nvPicPr>
          <p:cNvPr id="2235" name="Graphic 2234">
            <a:extLst>
              <a:ext uri="{FF2B5EF4-FFF2-40B4-BE49-F238E27FC236}">
                <a16:creationId xmlns:a16="http://schemas.microsoft.com/office/drawing/2014/main" id="{CA55DF19-8ACC-90C7-3774-5EF6137FFA92}"/>
              </a:ext>
            </a:extLst>
          </p:cNvPr>
          <p:cNvPicPr>
            <a:picLocks noChangeAspect="1"/>
          </p:cNvPicPr>
          <p:nvPr/>
        </p:nvPicPr>
        <p:blipFill>
          <a:blip>
            <a:extLst>
              <a:ext uri="{96DAC541-7B7A-43D3-8B79-37D633B846F1}">
                <asvg:svgBlip xmlns:asvg="http://schemas.microsoft.com/office/drawing/2016/SVG/main" r:embed="rId131"/>
              </a:ext>
            </a:extLst>
          </a:blip>
          <a:stretch>
            <a:fillRect/>
          </a:stretch>
        </p:blipFill>
        <p:spPr>
          <a:xfrm>
            <a:off x="9895657" y="3721319"/>
            <a:ext cx="228600" cy="228600"/>
          </a:xfrm>
          <a:prstGeom prst="rect">
            <a:avLst/>
          </a:prstGeom>
        </p:spPr>
      </p:pic>
      <p:pic>
        <p:nvPicPr>
          <p:cNvPr id="2237" name="Graphic 2236">
            <a:extLst>
              <a:ext uri="{FF2B5EF4-FFF2-40B4-BE49-F238E27FC236}">
                <a16:creationId xmlns:a16="http://schemas.microsoft.com/office/drawing/2014/main" id="{474FEF09-C95C-C8CE-1033-4D9F5C13FDBC}"/>
              </a:ext>
            </a:extLst>
          </p:cNvPr>
          <p:cNvPicPr>
            <a:picLocks noChangeAspect="1"/>
          </p:cNvPicPr>
          <p:nvPr/>
        </p:nvPicPr>
        <p:blipFill>
          <a:blip>
            <a:extLst>
              <a:ext uri="{96DAC541-7B7A-43D3-8B79-37D633B846F1}">
                <asvg:svgBlip xmlns:asvg="http://schemas.microsoft.com/office/drawing/2016/SVG/main" r:embed="rId132"/>
              </a:ext>
            </a:extLst>
          </a:blip>
          <a:stretch>
            <a:fillRect/>
          </a:stretch>
        </p:blipFill>
        <p:spPr>
          <a:xfrm>
            <a:off x="8283187" y="3176671"/>
            <a:ext cx="228600" cy="228600"/>
          </a:xfrm>
          <a:prstGeom prst="rect">
            <a:avLst/>
          </a:prstGeom>
        </p:spPr>
      </p:pic>
      <p:pic>
        <p:nvPicPr>
          <p:cNvPr id="2239" name="Graphic 2238">
            <a:extLst>
              <a:ext uri="{FF2B5EF4-FFF2-40B4-BE49-F238E27FC236}">
                <a16:creationId xmlns:a16="http://schemas.microsoft.com/office/drawing/2014/main" id="{ABB96471-5A6B-742D-6B32-C4350C9ACE91}"/>
              </a:ext>
            </a:extLst>
          </p:cNvPr>
          <p:cNvPicPr>
            <a:picLocks noChangeAspect="1"/>
          </p:cNvPicPr>
          <p:nvPr/>
        </p:nvPicPr>
        <p:blipFill>
          <a:blip>
            <a:extLst>
              <a:ext uri="{96DAC541-7B7A-43D3-8B79-37D633B846F1}">
                <asvg:svgBlip xmlns:asvg="http://schemas.microsoft.com/office/drawing/2016/SVG/main" r:embed="rId133"/>
              </a:ext>
            </a:extLst>
          </a:blip>
          <a:stretch>
            <a:fillRect/>
          </a:stretch>
        </p:blipFill>
        <p:spPr>
          <a:xfrm>
            <a:off x="8568689" y="3176671"/>
            <a:ext cx="228600" cy="228600"/>
          </a:xfrm>
          <a:prstGeom prst="rect">
            <a:avLst/>
          </a:prstGeom>
        </p:spPr>
      </p:pic>
      <p:pic>
        <p:nvPicPr>
          <p:cNvPr id="2241" name="Graphic 2240">
            <a:extLst>
              <a:ext uri="{FF2B5EF4-FFF2-40B4-BE49-F238E27FC236}">
                <a16:creationId xmlns:a16="http://schemas.microsoft.com/office/drawing/2014/main" id="{B7DA50F1-51CA-A086-A25D-D9CD99AD38FF}"/>
              </a:ext>
            </a:extLst>
          </p:cNvPr>
          <p:cNvPicPr>
            <a:picLocks noChangeAspect="1"/>
          </p:cNvPicPr>
          <p:nvPr/>
        </p:nvPicPr>
        <p:blipFill>
          <a:blip>
            <a:extLst>
              <a:ext uri="{96DAC541-7B7A-43D3-8B79-37D633B846F1}">
                <asvg:svgBlip xmlns:asvg="http://schemas.microsoft.com/office/drawing/2016/SVG/main" r:embed="rId134"/>
              </a:ext>
            </a:extLst>
          </a:blip>
          <a:stretch>
            <a:fillRect/>
          </a:stretch>
        </p:blipFill>
        <p:spPr>
          <a:xfrm>
            <a:off x="8854180" y="3176671"/>
            <a:ext cx="228600" cy="228600"/>
          </a:xfrm>
          <a:prstGeom prst="rect">
            <a:avLst/>
          </a:prstGeom>
        </p:spPr>
      </p:pic>
      <p:pic>
        <p:nvPicPr>
          <p:cNvPr id="2243" name="Graphic 2242">
            <a:extLst>
              <a:ext uri="{FF2B5EF4-FFF2-40B4-BE49-F238E27FC236}">
                <a16:creationId xmlns:a16="http://schemas.microsoft.com/office/drawing/2014/main" id="{84F43365-34D8-24D1-EF11-C29C0149E816}"/>
              </a:ext>
            </a:extLst>
          </p:cNvPr>
          <p:cNvPicPr>
            <a:picLocks noChangeAspect="1"/>
          </p:cNvPicPr>
          <p:nvPr/>
        </p:nvPicPr>
        <p:blipFill>
          <a:blip>
            <a:extLst>
              <a:ext uri="{96DAC541-7B7A-43D3-8B79-37D633B846F1}">
                <asvg:svgBlip xmlns:asvg="http://schemas.microsoft.com/office/drawing/2016/SVG/main" r:embed="rId135"/>
              </a:ext>
            </a:extLst>
          </a:blip>
          <a:stretch>
            <a:fillRect/>
          </a:stretch>
        </p:blipFill>
        <p:spPr>
          <a:xfrm>
            <a:off x="2099094" y="4127207"/>
            <a:ext cx="228600" cy="228600"/>
          </a:xfrm>
          <a:prstGeom prst="rect">
            <a:avLst/>
          </a:prstGeom>
        </p:spPr>
      </p:pic>
      <p:pic>
        <p:nvPicPr>
          <p:cNvPr id="2245" name="Graphic 2244">
            <a:extLst>
              <a:ext uri="{FF2B5EF4-FFF2-40B4-BE49-F238E27FC236}">
                <a16:creationId xmlns:a16="http://schemas.microsoft.com/office/drawing/2014/main" id="{DCC81419-73E7-651F-9EA9-079847334F84}"/>
              </a:ext>
            </a:extLst>
          </p:cNvPr>
          <p:cNvPicPr>
            <a:picLocks noChangeAspect="1"/>
          </p:cNvPicPr>
          <p:nvPr/>
        </p:nvPicPr>
        <p:blipFill>
          <a:blip>
            <a:extLst>
              <a:ext uri="{96DAC541-7B7A-43D3-8B79-37D633B846F1}">
                <asvg:svgBlip xmlns:asvg="http://schemas.microsoft.com/office/drawing/2016/SVG/main" r:embed="rId136"/>
              </a:ext>
            </a:extLst>
          </a:blip>
          <a:stretch>
            <a:fillRect/>
          </a:stretch>
        </p:blipFill>
        <p:spPr>
          <a:xfrm>
            <a:off x="1453258" y="4981332"/>
            <a:ext cx="228600" cy="228600"/>
          </a:xfrm>
          <a:prstGeom prst="rect">
            <a:avLst/>
          </a:prstGeom>
        </p:spPr>
      </p:pic>
      <p:pic>
        <p:nvPicPr>
          <p:cNvPr id="2247" name="Graphic 2246">
            <a:extLst>
              <a:ext uri="{FF2B5EF4-FFF2-40B4-BE49-F238E27FC236}">
                <a16:creationId xmlns:a16="http://schemas.microsoft.com/office/drawing/2014/main" id="{A8170A26-0286-48E9-62A4-527020F3E8FB}"/>
              </a:ext>
            </a:extLst>
          </p:cNvPr>
          <p:cNvPicPr>
            <a:picLocks noChangeAspect="1"/>
          </p:cNvPicPr>
          <p:nvPr/>
        </p:nvPicPr>
        <p:blipFill>
          <a:blip>
            <a:extLst>
              <a:ext uri="{96DAC541-7B7A-43D3-8B79-37D633B846F1}">
                <asvg:svgBlip xmlns:asvg="http://schemas.microsoft.com/office/drawing/2016/SVG/main" r:embed="rId137"/>
              </a:ext>
            </a:extLst>
          </a:blip>
          <a:stretch>
            <a:fillRect/>
          </a:stretch>
        </p:blipFill>
        <p:spPr>
          <a:xfrm>
            <a:off x="1796425" y="4127207"/>
            <a:ext cx="228600" cy="228600"/>
          </a:xfrm>
          <a:prstGeom prst="rect">
            <a:avLst/>
          </a:prstGeom>
        </p:spPr>
      </p:pic>
      <p:pic>
        <p:nvPicPr>
          <p:cNvPr id="2249" name="Graphic 2248">
            <a:extLst>
              <a:ext uri="{FF2B5EF4-FFF2-40B4-BE49-F238E27FC236}">
                <a16:creationId xmlns:a16="http://schemas.microsoft.com/office/drawing/2014/main" id="{A988E068-F0CB-C90B-6D5F-0C82F412779C}"/>
              </a:ext>
            </a:extLst>
          </p:cNvPr>
          <p:cNvPicPr>
            <a:picLocks noChangeAspect="1"/>
          </p:cNvPicPr>
          <p:nvPr/>
        </p:nvPicPr>
        <p:blipFill>
          <a:blip>
            <a:extLst>
              <a:ext uri="{96DAC541-7B7A-43D3-8B79-37D633B846F1}">
                <asvg:svgBlip xmlns:asvg="http://schemas.microsoft.com/office/drawing/2016/SVG/main" r:embed="rId138"/>
              </a:ext>
            </a:extLst>
          </a:blip>
          <a:stretch>
            <a:fillRect/>
          </a:stretch>
        </p:blipFill>
        <p:spPr>
          <a:xfrm>
            <a:off x="574633" y="5971909"/>
            <a:ext cx="228600" cy="228600"/>
          </a:xfrm>
          <a:prstGeom prst="rect">
            <a:avLst/>
          </a:prstGeom>
        </p:spPr>
      </p:pic>
    </p:spTree>
    <p:extLst>
      <p:ext uri="{BB962C8B-B14F-4D97-AF65-F5344CB8AC3E}">
        <p14:creationId xmlns:p14="http://schemas.microsoft.com/office/powerpoint/2010/main" val="2349273136"/>
      </p:ext>
    </p:extLst>
  </p:cSld>
  <p:clrMapOvr>
    <a:masterClrMapping/>
  </p:clrMapOvr>
</p:sld>
</file>

<file path=ppt/theme/theme1.xml><?xml version="1.0" encoding="utf-8"?>
<a:theme xmlns:a="http://schemas.openxmlformats.org/drawingml/2006/main" name="Catalogic">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3266</Words>
  <Application>Microsoft Macintosh PowerPoint</Application>
  <PresentationFormat>Widescreen</PresentationFormat>
  <Paragraphs>468</Paragraphs>
  <Slides>38</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Aptos</vt:lpstr>
      <vt:lpstr>Arial</vt:lpstr>
      <vt:lpstr>Courier New</vt:lpstr>
      <vt:lpstr>Inter</vt:lpstr>
      <vt:lpstr>Inter Light</vt:lpstr>
      <vt:lpstr>Inter Medium</vt:lpstr>
      <vt:lpstr>Poppins</vt:lpstr>
      <vt:lpstr>Poppins Light</vt:lpstr>
      <vt:lpstr>Poppins Medium</vt:lpstr>
      <vt:lpstr>Catalogic</vt:lpstr>
      <vt:lpstr>Presentation Deck</vt:lpstr>
      <vt:lpstr>Table of contents</vt:lpstr>
      <vt:lpstr>Table of contents</vt:lpstr>
      <vt:lpstr>Presentation Deck</vt:lpstr>
      <vt:lpstr>PowerPoint Presentation</vt:lpstr>
      <vt:lpstr>PowerPoint Presentation</vt:lpstr>
      <vt:lpstr>PowerPoint Presentation</vt:lpstr>
      <vt:lpstr>Presentation Deck</vt:lpstr>
      <vt:lpstr>Presentation Deck</vt:lpstr>
      <vt:lpstr>Presentation Deck</vt:lpstr>
      <vt:lpstr>Presentation Deck</vt:lpstr>
      <vt:lpstr>Presentation Deck</vt:lpstr>
      <vt:lpstr>Lectus nibh blandit sit pulvinar feugiat. Nisi dignissim in in dui. Lorem ipsum dolor sit amet consectetur.</vt:lpstr>
      <vt:lpstr>Lectus nibh blandit sit pulvinar feugiat. Nisi dignissim in dui.</vt:lpstr>
      <vt:lpstr>Social Media Plan</vt:lpstr>
      <vt:lpstr>PowerPoint Presentation</vt:lpstr>
      <vt:lpstr>Social Media Plan</vt:lpstr>
      <vt:lpstr>Social Media Plan</vt:lpstr>
      <vt:lpstr>Presentation Deck</vt:lpstr>
      <vt:lpstr>Presentation Deck</vt:lpstr>
      <vt:lpstr>Presentation Deck</vt:lpstr>
      <vt:lpstr>Presentation Deck Longer Title</vt:lpstr>
      <vt:lpstr>Presentation Deck Longer Title</vt:lpstr>
      <vt:lpstr>PowerPoint Presentation</vt:lpstr>
      <vt:lpstr>PowerPoint Presentation</vt:lpstr>
      <vt:lpstr>Presentation Deck</vt:lpstr>
      <vt:lpstr>Thank you</vt:lpstr>
      <vt:lpstr>Resource Pages</vt:lpstr>
      <vt:lpstr>Resource Page</vt:lpstr>
      <vt:lpstr>Resource Page</vt:lpstr>
      <vt:lpstr>Resource Page</vt:lpstr>
      <vt:lpstr>Resource Page</vt:lpstr>
      <vt:lpstr>Resource Page</vt:lpstr>
      <vt:lpstr>Resource Page</vt:lpstr>
      <vt:lpstr>Resource Page</vt:lpstr>
      <vt:lpstr>Logos</vt:lpstr>
      <vt:lpstr>QR codes</vt:lpstr>
      <vt:lpstr>Icons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Mikołajczyk, Natalia</dc:creator>
  <cp:lastModifiedBy>Mikołajczyk, Natalia</cp:lastModifiedBy>
  <cp:revision>2</cp:revision>
  <dcterms:created xsi:type="dcterms:W3CDTF">2026-09-04T09:53:00Z</dcterms:created>
  <dcterms:modified xsi:type="dcterms:W3CDTF">2026-09-25T10:12:20Z</dcterms:modified>
</cp:coreProperties>
</file>